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FEE39A-4D29-4CF9-A25B-AD56B4B13817}" v="18" dt="2024-04-27T15:14:55.0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7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ícius Santos" userId="b9e9b16e7e0792b9" providerId="LiveId" clId="{D72BDBD3-5468-44C6-B00F-080D2900F703}"/>
    <pc:docChg chg="custSel addSld modSld">
      <pc:chgData name="Vinícius Santos" userId="b9e9b16e7e0792b9" providerId="LiveId" clId="{D72BDBD3-5468-44C6-B00F-080D2900F703}" dt="2024-01-22T23:01:47.065" v="6" actId="1076"/>
      <pc:docMkLst>
        <pc:docMk/>
      </pc:docMkLst>
      <pc:sldChg chg="addSp delSp modSp new mod">
        <pc:chgData name="Vinícius Santos" userId="b9e9b16e7e0792b9" providerId="LiveId" clId="{D72BDBD3-5468-44C6-B00F-080D2900F703}" dt="2024-01-22T23:01:47.065" v="6" actId="1076"/>
        <pc:sldMkLst>
          <pc:docMk/>
          <pc:sldMk cId="2448771222" sldId="266"/>
        </pc:sldMkLst>
        <pc:spChg chg="del">
          <ac:chgData name="Vinícius Santos" userId="b9e9b16e7e0792b9" providerId="LiveId" clId="{D72BDBD3-5468-44C6-B00F-080D2900F703}" dt="2024-01-22T23:01:34.226" v="1" actId="478"/>
          <ac:spMkLst>
            <pc:docMk/>
            <pc:sldMk cId="2448771222" sldId="266"/>
            <ac:spMk id="2" creationId="{083A16B1-3F49-421A-D448-AE5AA97735BD}"/>
          </ac:spMkLst>
        </pc:spChg>
        <pc:spChg chg="del">
          <ac:chgData name="Vinícius Santos" userId="b9e9b16e7e0792b9" providerId="LiveId" clId="{D72BDBD3-5468-44C6-B00F-080D2900F703}" dt="2024-01-22T23:01:36.323" v="2" actId="478"/>
          <ac:spMkLst>
            <pc:docMk/>
            <pc:sldMk cId="2448771222" sldId="266"/>
            <ac:spMk id="3" creationId="{AE76A772-C019-15DA-44BF-D7580EB4F63B}"/>
          </ac:spMkLst>
        </pc:spChg>
        <pc:picChg chg="add mod">
          <ac:chgData name="Vinícius Santos" userId="b9e9b16e7e0792b9" providerId="LiveId" clId="{D72BDBD3-5468-44C6-B00F-080D2900F703}" dt="2024-01-22T23:01:47.065" v="6" actId="1076"/>
          <ac:picMkLst>
            <pc:docMk/>
            <pc:sldMk cId="2448771222" sldId="266"/>
            <ac:picMk id="5" creationId="{E05900E4-97EF-2BD0-2A0D-51A91A29B51E}"/>
          </ac:picMkLst>
        </pc:picChg>
      </pc:sldChg>
    </pc:docChg>
  </pc:docChgLst>
  <pc:docChgLst>
    <pc:chgData name="Vinícius Santos" userId="b9e9b16e7e0792b9" providerId="LiveId" clId="{83FEE39A-4D29-4CF9-A25B-AD56B4B13817}"/>
    <pc:docChg chg="modSld">
      <pc:chgData name="Vinícius Santos" userId="b9e9b16e7e0792b9" providerId="LiveId" clId="{83FEE39A-4D29-4CF9-A25B-AD56B4B13817}" dt="2024-04-27T15:15:08.359" v="29" actId="14100"/>
      <pc:docMkLst>
        <pc:docMk/>
      </pc:docMkLst>
      <pc:sldChg chg="addSp modSp mod">
        <pc:chgData name="Vinícius Santos" userId="b9e9b16e7e0792b9" providerId="LiveId" clId="{83FEE39A-4D29-4CF9-A25B-AD56B4B13817}" dt="2024-04-27T15:15:08.359" v="29" actId="14100"/>
        <pc:sldMkLst>
          <pc:docMk/>
          <pc:sldMk cId="2175580624" sldId="265"/>
        </pc:sldMkLst>
        <pc:picChg chg="add mod">
          <ac:chgData name="Vinícius Santos" userId="b9e9b16e7e0792b9" providerId="LiveId" clId="{83FEE39A-4D29-4CF9-A25B-AD56B4B13817}" dt="2024-04-27T15:12:58.252" v="1" actId="1076"/>
          <ac:picMkLst>
            <pc:docMk/>
            <pc:sldMk cId="2175580624" sldId="265"/>
            <ac:picMk id="3" creationId="{CEF6DCE6-93E3-7DAF-82DE-934849685382}"/>
          </ac:picMkLst>
        </pc:picChg>
        <pc:picChg chg="add mod">
          <ac:chgData name="Vinícius Santos" userId="b9e9b16e7e0792b9" providerId="LiveId" clId="{83FEE39A-4D29-4CF9-A25B-AD56B4B13817}" dt="2024-04-27T15:15:05.380" v="28" actId="1076"/>
          <ac:picMkLst>
            <pc:docMk/>
            <pc:sldMk cId="2175580624" sldId="265"/>
            <ac:picMk id="4" creationId="{12701995-699B-196C-566F-3348B3E05F36}"/>
          </ac:picMkLst>
        </pc:picChg>
        <pc:picChg chg="add mod">
          <ac:chgData name="Vinícius Santos" userId="b9e9b16e7e0792b9" providerId="LiveId" clId="{83FEE39A-4D29-4CF9-A25B-AD56B4B13817}" dt="2024-04-27T15:13:02.159" v="3" actId="571"/>
          <ac:picMkLst>
            <pc:docMk/>
            <pc:sldMk cId="2175580624" sldId="265"/>
            <ac:picMk id="5" creationId="{8DD0005A-898E-1D4A-1754-E3E2C8E50057}"/>
          </ac:picMkLst>
        </pc:picChg>
        <pc:picChg chg="add mod">
          <ac:chgData name="Vinícius Santos" userId="b9e9b16e7e0792b9" providerId="LiveId" clId="{83FEE39A-4D29-4CF9-A25B-AD56B4B13817}" dt="2024-04-27T15:13:47.090" v="15" actId="1076"/>
          <ac:picMkLst>
            <pc:docMk/>
            <pc:sldMk cId="2175580624" sldId="265"/>
            <ac:picMk id="6" creationId="{BBA77517-E341-2E68-7852-9BF3FAB4B1EC}"/>
          </ac:picMkLst>
        </pc:picChg>
        <pc:picChg chg="add mod">
          <ac:chgData name="Vinícius Santos" userId="b9e9b16e7e0792b9" providerId="LiveId" clId="{83FEE39A-4D29-4CF9-A25B-AD56B4B13817}" dt="2024-04-27T15:14:17.829" v="18" actId="1076"/>
          <ac:picMkLst>
            <pc:docMk/>
            <pc:sldMk cId="2175580624" sldId="265"/>
            <ac:picMk id="1026" creationId="{43EEBA85-A295-3C46-38E3-379C3E96AC73}"/>
          </ac:picMkLst>
        </pc:picChg>
        <pc:picChg chg="add mod">
          <ac:chgData name="Vinícius Santos" userId="b9e9b16e7e0792b9" providerId="LiveId" clId="{83FEE39A-4D29-4CF9-A25B-AD56B4B13817}" dt="2024-04-27T15:14:53.151" v="24" actId="1076"/>
          <ac:picMkLst>
            <pc:docMk/>
            <pc:sldMk cId="2175580624" sldId="265"/>
            <ac:picMk id="1028" creationId="{B4661577-3712-B095-070B-3D02C1B81C9F}"/>
          </ac:picMkLst>
        </pc:picChg>
        <pc:cxnChg chg="add mod">
          <ac:chgData name="Vinícius Santos" userId="b9e9b16e7e0792b9" providerId="LiveId" clId="{83FEE39A-4D29-4CF9-A25B-AD56B4B13817}" dt="2024-04-27T15:13:27.442" v="7" actId="11529"/>
          <ac:cxnSpMkLst>
            <pc:docMk/>
            <pc:sldMk cId="2175580624" sldId="265"/>
            <ac:cxnSpMk id="8" creationId="{B313A713-240B-5CF4-BB5F-F2A577A41FDB}"/>
          </ac:cxnSpMkLst>
        </pc:cxnChg>
        <pc:cxnChg chg="add mod">
          <ac:chgData name="Vinícius Santos" userId="b9e9b16e7e0792b9" providerId="LiveId" clId="{83FEE39A-4D29-4CF9-A25B-AD56B4B13817}" dt="2024-04-27T15:15:08.359" v="29" actId="14100"/>
          <ac:cxnSpMkLst>
            <pc:docMk/>
            <pc:sldMk cId="2175580624" sldId="265"/>
            <ac:cxnSpMk id="9" creationId="{B36AB219-DEC4-FD40-96B5-BA7150A572E4}"/>
          </ac:cxnSpMkLst>
        </pc:cxnChg>
        <pc:cxnChg chg="add mod">
          <ac:chgData name="Vinícius Santos" userId="b9e9b16e7e0792b9" providerId="LiveId" clId="{83FEE39A-4D29-4CF9-A25B-AD56B4B13817}" dt="2024-04-27T15:13:42.703" v="13" actId="14100"/>
          <ac:cxnSpMkLst>
            <pc:docMk/>
            <pc:sldMk cId="2175580624" sldId="265"/>
            <ac:cxnSpMk id="12" creationId="{1FE02A3F-1667-3BF7-DAE0-568473F77EA4}"/>
          </ac:cxnSpMkLst>
        </pc:cxnChg>
        <pc:cxnChg chg="add mod">
          <ac:chgData name="Vinícius Santos" userId="b9e9b16e7e0792b9" providerId="LiveId" clId="{83FEE39A-4D29-4CF9-A25B-AD56B4B13817}" dt="2024-04-27T15:14:31.500" v="22" actId="14100"/>
          <ac:cxnSpMkLst>
            <pc:docMk/>
            <pc:sldMk cId="2175580624" sldId="265"/>
            <ac:cxnSpMk id="15" creationId="{52CE997F-B3EA-AF01-494D-E7D0E9DBEF08}"/>
          </ac:cxnSpMkLst>
        </pc:cxnChg>
        <pc:cxnChg chg="add mod">
          <ac:chgData name="Vinícius Santos" userId="b9e9b16e7e0792b9" providerId="LiveId" clId="{83FEE39A-4D29-4CF9-A25B-AD56B4B13817}" dt="2024-04-27T15:15:01.437" v="27" actId="14100"/>
          <ac:cxnSpMkLst>
            <pc:docMk/>
            <pc:sldMk cId="2175580624" sldId="265"/>
            <ac:cxnSpMk id="19" creationId="{8B5FC68E-A8C4-0FB2-8BB8-40C41316C9C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31138-3AC0-0B86-1FD7-356AAC803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D13098-FDDA-C1A6-31BC-7F8123294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2315E6-AFD8-C719-67C1-0CFC634F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F886-A9CF-48EA-B925-04723550A64E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1FDD0E-32CB-4FC9-A5EC-67A93100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9AE986-3285-2787-039C-E89169EED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1951-C68E-41E5-966D-D35ADA1D59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001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6C209-FCE8-9ED1-DA58-D6DB01A7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D69E9F-9157-7CD6-0570-987287B37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E97358-CCBF-F196-50CA-7F00002D7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F886-A9CF-48EA-B925-04723550A64E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C7B820-3831-EBAF-7943-4341C586D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0B22C6-2BE4-FF64-AA9F-08953DF1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1951-C68E-41E5-966D-D35ADA1D59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80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5634F-C01D-EED0-6057-9DC5AC6F0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FF7210-1A82-359D-ACE6-874DF30A1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672E47-B298-F77C-7E44-D7B084F83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F886-A9CF-48EA-B925-04723550A64E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793862-A30E-AD94-B11B-FF05952D2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922B4B-3A99-706B-3C72-5BDBB2D8E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1951-C68E-41E5-966D-D35ADA1D59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941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170A0-2981-D216-0067-20599B23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393429-3290-0346-8B5D-AFB9CCDE5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63018C-C869-AC4E-776C-064CC09D3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0EB048-E219-A017-7F6A-C1F94315B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F886-A9CF-48EA-B925-04723550A64E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6EB8A5-A434-77E1-4A22-6FD8313EF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D9D62C-E547-45E6-789A-BDF471F6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1951-C68E-41E5-966D-D35ADA1D59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584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721DA-1099-DDED-6632-D1AFE447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0E2A17-753E-16C0-5EAF-3E7EE8EFC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CAC6FD-F523-C6DA-DF14-D0F25409E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2A28428-2762-1698-37B4-2909AEF09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2580218-345C-94DF-A5A1-2A35077B8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21DF87-AFE6-D3EE-2BA3-A2C8EC1A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F886-A9CF-48EA-B925-04723550A64E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8E04691-8D26-4EE1-A8D9-A83C50FE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A3B1FDE-A9FC-7A91-74BD-587E5797B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1951-C68E-41E5-966D-D35ADA1D59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996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0E977-F5FD-0371-A257-E2B2384F3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4EBB8E8-63AA-A81E-CBF1-30CE5163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F886-A9CF-48EA-B925-04723550A64E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2C248C-93E1-D4C8-B82F-596E5F57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92EE19-17D7-CF82-DCB3-53569F32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1951-C68E-41E5-966D-D35ADA1D59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1443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A350142-07A4-5D90-A5B3-706048C54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F886-A9CF-48EA-B925-04723550A64E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1420AB9-9467-9B2E-0AC2-1170CA18F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EE1F88-E592-BFC3-6331-27DDFE24A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1951-C68E-41E5-966D-D35ADA1D59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338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42AFB-AAAB-F2C2-8DA7-DACDEE8D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E7ED06-71E5-91E2-7C40-4A1C9CC0B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13F478-8CA9-B928-86A5-2C5A3A454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07E2F5-D345-304F-D696-384C8576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F886-A9CF-48EA-B925-04723550A64E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B93B6E-8FAE-5185-46F8-D7697422B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78A912-9CFB-DD9D-CD67-0F144E6FD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1951-C68E-41E5-966D-D35ADA1D59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9818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462ED-F973-0935-C654-78F397E2C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2FC9BB3-5E97-6B2F-CA95-45753788B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8F797-6DA1-5D24-400B-6FC04F5A1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8CAA66-C737-6FE8-89E5-DCB0471A1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F886-A9CF-48EA-B925-04723550A64E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C2B282-C26B-F523-B018-93738336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9D6539-2D6B-CF8D-670A-CBF3A44C4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1951-C68E-41E5-966D-D35ADA1D59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41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EA336-8DB5-1E5C-22EB-9BB8C635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59880D-CC60-9B2B-44FB-2EF3D2374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24C18F-AD4D-B190-ADA4-FD9AC1941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F886-A9CF-48EA-B925-04723550A64E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6400CF-A007-C62B-D917-BD57C2521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F5861D-3AB3-2417-5F17-CE73C5433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1951-C68E-41E5-966D-D35ADA1D59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836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65C2E7-FF5C-D959-A02D-269A0F1D0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204329-F801-CD44-E644-6FEE10E26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7A51D9-EE9F-AC24-472B-C6B154A8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F886-A9CF-48EA-B925-04723550A64E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449482-FF01-DDDD-7298-DC1C9AABD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77291A-12B0-200D-65D1-9AD5FA25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1951-C68E-41E5-966D-D35ADA1D59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7019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5209C11-FB6B-A2EC-AC8E-A0A2E48DA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5735B8-4329-F176-9CB4-4856EE36E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E95A4B-8E5B-3A34-5904-0D0746BB5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7F886-A9CF-48EA-B925-04723550A64E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415403-5F34-E176-BF65-0FC99E25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0C8158-7AD9-B888-1B0C-30476AD35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81951-C68E-41E5-966D-D35ADA1D59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953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Hadoop Distributed File System (HDFS) - Architecture, Working and Benefits">
            <a:extLst>
              <a:ext uri="{FF2B5EF4-FFF2-40B4-BE49-F238E27FC236}">
                <a16:creationId xmlns:a16="http://schemas.microsoft.com/office/drawing/2014/main" id="{D14C2D95-F51A-4456-7D10-A31E96DE4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396" y="1750142"/>
            <a:ext cx="6748772" cy="318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107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Understanding Hadoop Yarn. YARN — Yet Another Resource Negotiator… | by  ELMASLOUHY Mouaad | Medium">
            <a:extLst>
              <a:ext uri="{FF2B5EF4-FFF2-40B4-BE49-F238E27FC236}">
                <a16:creationId xmlns:a16="http://schemas.microsoft.com/office/drawing/2014/main" id="{96E6D545-3662-64E0-5748-DE0E1990D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883" y="1307690"/>
            <a:ext cx="8195188" cy="4097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8038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reate &amp; Execute your First Hadoop MapReduce Project in Eclipse | by Ojas  Gupta | DataX Journal | Medium">
            <a:extLst>
              <a:ext uri="{FF2B5EF4-FFF2-40B4-BE49-F238E27FC236}">
                <a16:creationId xmlns:a16="http://schemas.microsoft.com/office/drawing/2014/main" id="{9B1576DB-FD37-B811-1F8E-AFD28D692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174" y="2133600"/>
            <a:ext cx="7486600" cy="2368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078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park Series (1): Installing Apache Spark 3.2.1 on macOS &amp; Running your  first Spark program in Python on a dataset with 25 million rows | by Hao  Lin | Medium">
            <a:extLst>
              <a:ext uri="{FF2B5EF4-FFF2-40B4-BE49-F238E27FC236}">
                <a16:creationId xmlns:a16="http://schemas.microsoft.com/office/drawing/2014/main" id="{06FA63C1-C80E-9F90-17E2-E9AE7646F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63" y="2157413"/>
            <a:ext cx="768667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875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Apache Hive ODBC &amp; JDBC Drivers - Simba - insightsoftware">
            <a:extLst>
              <a:ext uri="{FF2B5EF4-FFF2-40B4-BE49-F238E27FC236}">
                <a16:creationId xmlns:a16="http://schemas.microsoft.com/office/drawing/2014/main" id="{D408544D-21DD-33AC-9697-78900F8EA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855" y="1595284"/>
            <a:ext cx="4584290" cy="366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2220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05900E4-97EF-2BD0-2A0D-51A91A29B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180" y="786581"/>
            <a:ext cx="8453224" cy="545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71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pache Airflow - Wikipedia">
            <a:extLst>
              <a:ext uri="{FF2B5EF4-FFF2-40B4-BE49-F238E27FC236}">
                <a16:creationId xmlns:a16="http://schemas.microsoft.com/office/drawing/2014/main" id="{7312C57D-A77C-DE19-D7FD-801165197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3150"/>
            <a:ext cx="12192000" cy="471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285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7C851B15-6048-E7BF-F020-1282CDF8F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437" y="2172015"/>
            <a:ext cx="8388863" cy="251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59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9778E9B5-806E-37E9-1B58-4A9C346AA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574" y="1096943"/>
            <a:ext cx="7740445" cy="466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7259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42ADDC89-CFB8-0D3C-9CBF-7396ABE8E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226" y="1467985"/>
            <a:ext cx="7917426" cy="4681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7879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 descr="Documento com preenchimento sólido">
            <a:extLst>
              <a:ext uri="{FF2B5EF4-FFF2-40B4-BE49-F238E27FC236}">
                <a16:creationId xmlns:a16="http://schemas.microsoft.com/office/drawing/2014/main" id="{CEF6DCE6-93E3-7DAF-82DE-934849685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329" y="1506794"/>
            <a:ext cx="914400" cy="914400"/>
          </a:xfrm>
          <a:prstGeom prst="rect">
            <a:avLst/>
          </a:prstGeom>
        </p:spPr>
      </p:pic>
      <p:pic>
        <p:nvPicPr>
          <p:cNvPr id="4" name="Gráfico 3" descr="Documento com preenchimento sólido">
            <a:extLst>
              <a:ext uri="{FF2B5EF4-FFF2-40B4-BE49-F238E27FC236}">
                <a16:creationId xmlns:a16="http://schemas.microsoft.com/office/drawing/2014/main" id="{12701995-699B-196C-566F-3348B3E05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329" y="3015290"/>
            <a:ext cx="914400" cy="914400"/>
          </a:xfrm>
          <a:prstGeom prst="rect">
            <a:avLst/>
          </a:prstGeom>
        </p:spPr>
      </p:pic>
      <p:pic>
        <p:nvPicPr>
          <p:cNvPr id="5" name="Gráfico 4" descr="Documento com preenchimento sólido">
            <a:extLst>
              <a:ext uri="{FF2B5EF4-FFF2-40B4-BE49-F238E27FC236}">
                <a16:creationId xmlns:a16="http://schemas.microsoft.com/office/drawing/2014/main" id="{8DD0005A-898E-1D4A-1754-E3E2C8E50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329" y="4535129"/>
            <a:ext cx="914400" cy="914400"/>
          </a:xfrm>
          <a:prstGeom prst="rect">
            <a:avLst/>
          </a:prstGeom>
        </p:spPr>
      </p:pic>
      <p:pic>
        <p:nvPicPr>
          <p:cNvPr id="6" name="Picture 2" descr="Apache Airflow - Wikipedia">
            <a:extLst>
              <a:ext uri="{FF2B5EF4-FFF2-40B4-BE49-F238E27FC236}">
                <a16:creationId xmlns:a16="http://schemas.microsoft.com/office/drawing/2014/main" id="{BBA77517-E341-2E68-7852-9BF3FAB4B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266" y="3218672"/>
            <a:ext cx="1539146" cy="59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B313A713-240B-5CF4-BB5F-F2A577A41FDB}"/>
              </a:ext>
            </a:extLst>
          </p:cNvPr>
          <p:cNvCxnSpPr/>
          <p:nvPr/>
        </p:nvCxnSpPr>
        <p:spPr>
          <a:xfrm>
            <a:off x="1715729" y="1963994"/>
            <a:ext cx="1892710" cy="1465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B36AB219-DEC4-FD40-96B5-BA7150A572E4}"/>
              </a:ext>
            </a:extLst>
          </p:cNvPr>
          <p:cNvCxnSpPr>
            <a:cxnSpLocks/>
          </p:cNvCxnSpPr>
          <p:nvPr/>
        </p:nvCxnSpPr>
        <p:spPr>
          <a:xfrm>
            <a:off x="1715729" y="3515978"/>
            <a:ext cx="1892710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1FE02A3F-1667-3BF7-DAE0-568473F77EA4}"/>
              </a:ext>
            </a:extLst>
          </p:cNvPr>
          <p:cNvCxnSpPr>
            <a:cxnSpLocks/>
          </p:cNvCxnSpPr>
          <p:nvPr/>
        </p:nvCxnSpPr>
        <p:spPr>
          <a:xfrm flipV="1">
            <a:off x="1715729" y="3680478"/>
            <a:ext cx="1892710" cy="1182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AWS EMR">
            <a:extLst>
              <a:ext uri="{FF2B5EF4-FFF2-40B4-BE49-F238E27FC236}">
                <a16:creationId xmlns:a16="http://schemas.microsoft.com/office/drawing/2014/main" id="{43EEBA85-A295-3C46-38E3-379C3E96A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174722"/>
            <a:ext cx="1474716" cy="68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52CE997F-B3EA-AF01-494D-E7D0E9DBEF08}"/>
              </a:ext>
            </a:extLst>
          </p:cNvPr>
          <p:cNvCxnSpPr>
            <a:cxnSpLocks/>
            <a:stCxn id="6" idx="3"/>
            <a:endCxn id="1026" idx="1"/>
          </p:cNvCxnSpPr>
          <p:nvPr/>
        </p:nvCxnSpPr>
        <p:spPr>
          <a:xfrm flipV="1">
            <a:off x="5292412" y="3515979"/>
            <a:ext cx="80358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S3: O Data Lake da AWS">
            <a:extLst>
              <a:ext uri="{FF2B5EF4-FFF2-40B4-BE49-F238E27FC236}">
                <a16:creationId xmlns:a16="http://schemas.microsoft.com/office/drawing/2014/main" id="{B4661577-3712-B095-070B-3D02C1B81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4304" y="2421194"/>
            <a:ext cx="3819525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8B5FC68E-A8C4-0FB2-8BB8-40C41316C9C9}"/>
              </a:ext>
            </a:extLst>
          </p:cNvPr>
          <p:cNvCxnSpPr>
            <a:cxnSpLocks/>
          </p:cNvCxnSpPr>
          <p:nvPr/>
        </p:nvCxnSpPr>
        <p:spPr>
          <a:xfrm>
            <a:off x="8061552" y="3429001"/>
            <a:ext cx="15396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580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Vinícius Santos</dc:creator>
  <cp:lastModifiedBy>Vinícius Santos</cp:lastModifiedBy>
  <cp:revision>1</cp:revision>
  <dcterms:created xsi:type="dcterms:W3CDTF">2024-01-22T22:40:37Z</dcterms:created>
  <dcterms:modified xsi:type="dcterms:W3CDTF">2024-04-27T15:15:10Z</dcterms:modified>
</cp:coreProperties>
</file>