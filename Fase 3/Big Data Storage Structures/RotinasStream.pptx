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72" r:id="rId5"/>
    <p:sldId id="258" r:id="rId6"/>
    <p:sldId id="273" r:id="rId7"/>
    <p:sldId id="259" r:id="rId8"/>
    <p:sldId id="260" r:id="rId9"/>
    <p:sldId id="261" r:id="rId10"/>
    <p:sldId id="262" r:id="rId11"/>
    <p:sldId id="265" r:id="rId12"/>
    <p:sldId id="266" r:id="rId13"/>
    <p:sldId id="263" r:id="rId14"/>
    <p:sldId id="267" r:id="rId15"/>
    <p:sldId id="268" r:id="rId16"/>
    <p:sldId id="270" r:id="rId17"/>
    <p:sldId id="271" r:id="rId18"/>
    <p:sldId id="274" r:id="rId19"/>
    <p:sldId id="275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00"/>
    <a:srgbClr val="FF6699"/>
    <a:srgbClr val="BFBFBF"/>
    <a:srgbClr val="6BE374"/>
    <a:srgbClr val="00B0C9"/>
    <a:srgbClr val="757575"/>
    <a:srgbClr val="FF9B65"/>
    <a:srgbClr val="8D7ABE"/>
    <a:srgbClr val="4AB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3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ícius Santos" userId="b9e9b16e7e0792b9" providerId="LiveId" clId="{1A2FB908-93CF-47F3-94E6-9B0AA43162AD}"/>
    <pc:docChg chg="modSld">
      <pc:chgData name="Vinícius Santos" userId="b9e9b16e7e0792b9" providerId="LiveId" clId="{1A2FB908-93CF-47F3-94E6-9B0AA43162AD}" dt="2024-04-27T15:37:23.163" v="18" actId="20577"/>
      <pc:docMkLst>
        <pc:docMk/>
      </pc:docMkLst>
      <pc:sldChg chg="modSp mod">
        <pc:chgData name="Vinícius Santos" userId="b9e9b16e7e0792b9" providerId="LiveId" clId="{1A2FB908-93CF-47F3-94E6-9B0AA43162AD}" dt="2024-04-27T15:37:23.163" v="18" actId="20577"/>
        <pc:sldMkLst>
          <pc:docMk/>
          <pc:sldMk cId="1399138922" sldId="268"/>
        </pc:sldMkLst>
        <pc:spChg chg="mod">
          <ac:chgData name="Vinícius Santos" userId="b9e9b16e7e0792b9" providerId="LiveId" clId="{1A2FB908-93CF-47F3-94E6-9B0AA43162AD}" dt="2024-04-27T15:37:23.163" v="18" actId="20577"/>
          <ac:spMkLst>
            <pc:docMk/>
            <pc:sldMk cId="1399138922" sldId="268"/>
            <ac:spMk id="7" creationId="{7678590B-7088-76E7-695F-9E3C4552882D}"/>
          </ac:spMkLst>
        </pc:spChg>
      </pc:sldChg>
    </pc:docChg>
  </pc:docChgLst>
  <pc:docChgLst>
    <pc:chgData name="Vinícius Santos" userId="b9e9b16e7e0792b9" providerId="LiveId" clId="{16679A63-F8F9-4934-B4BB-D017D1DC6114}"/>
    <pc:docChg chg="undo custSel addSld delSld modSld sldOrd">
      <pc:chgData name="Vinícius Santos" userId="b9e9b16e7e0792b9" providerId="LiveId" clId="{16679A63-F8F9-4934-B4BB-D017D1DC6114}" dt="2024-02-19T00:53:59.914" v="2893" actId="20577"/>
      <pc:docMkLst>
        <pc:docMk/>
      </pc:docMkLst>
      <pc:sldChg chg="modSp mod modShow">
        <pc:chgData name="Vinícius Santos" userId="b9e9b16e7e0792b9" providerId="LiveId" clId="{16679A63-F8F9-4934-B4BB-D017D1DC6114}" dt="2024-02-11T10:17:36.968" v="1499" actId="729"/>
        <pc:sldMkLst>
          <pc:docMk/>
          <pc:sldMk cId="1942418866" sldId="257"/>
        </pc:sldMkLst>
        <pc:spChg chg="mod">
          <ac:chgData name="Vinícius Santos" userId="b9e9b16e7e0792b9" providerId="LiveId" clId="{16679A63-F8F9-4934-B4BB-D017D1DC6114}" dt="2024-02-11T10:16:38.656" v="1491" actId="1076"/>
          <ac:spMkLst>
            <pc:docMk/>
            <pc:sldMk cId="1942418866" sldId="257"/>
            <ac:spMk id="73" creationId="{E7DE85EF-C784-3F98-7904-9236E00D2F86}"/>
          </ac:spMkLst>
        </pc:spChg>
        <pc:picChg chg="mod">
          <ac:chgData name="Vinícius Santos" userId="b9e9b16e7e0792b9" providerId="LiveId" clId="{16679A63-F8F9-4934-B4BB-D017D1DC6114}" dt="2024-02-11T10:16:38.656" v="1491" actId="1076"/>
          <ac:picMkLst>
            <pc:docMk/>
            <pc:sldMk cId="1942418866" sldId="257"/>
            <ac:picMk id="72" creationId="{F1A62FD4-BE52-084D-7B2A-EEFD5AB33A1B}"/>
          </ac:picMkLst>
        </pc:picChg>
        <pc:cxnChg chg="mod">
          <ac:chgData name="Vinícius Santos" userId="b9e9b16e7e0792b9" providerId="LiveId" clId="{16679A63-F8F9-4934-B4BB-D017D1DC6114}" dt="2024-02-11T10:16:38.656" v="1491" actId="1076"/>
          <ac:cxnSpMkLst>
            <pc:docMk/>
            <pc:sldMk cId="1942418866" sldId="257"/>
            <ac:cxnSpMk id="74" creationId="{218B7449-FDBC-776F-507C-223CD6AA2B22}"/>
          </ac:cxnSpMkLst>
        </pc:cxnChg>
        <pc:cxnChg chg="mod">
          <ac:chgData name="Vinícius Santos" userId="b9e9b16e7e0792b9" providerId="LiveId" clId="{16679A63-F8F9-4934-B4BB-D017D1DC6114}" dt="2024-02-11T10:16:38.656" v="1491" actId="1076"/>
          <ac:cxnSpMkLst>
            <pc:docMk/>
            <pc:sldMk cId="1942418866" sldId="257"/>
            <ac:cxnSpMk id="77" creationId="{245E7091-CD7A-2840-E77A-4A5E64916765}"/>
          </ac:cxnSpMkLst>
        </pc:cxnChg>
        <pc:cxnChg chg="mod">
          <ac:chgData name="Vinícius Santos" userId="b9e9b16e7e0792b9" providerId="LiveId" clId="{16679A63-F8F9-4934-B4BB-D017D1DC6114}" dt="2024-02-11T10:16:54.072" v="1492" actId="1076"/>
          <ac:cxnSpMkLst>
            <pc:docMk/>
            <pc:sldMk cId="1942418866" sldId="257"/>
            <ac:cxnSpMk id="80" creationId="{B78C06A1-F893-8E44-F53E-C1A7952F3B3F}"/>
          </ac:cxnSpMkLst>
        </pc:cxnChg>
      </pc:sldChg>
      <pc:sldChg chg="addSp delSp modSp mod">
        <pc:chgData name="Vinícius Santos" userId="b9e9b16e7e0792b9" providerId="LiveId" clId="{16679A63-F8F9-4934-B4BB-D017D1DC6114}" dt="2024-02-13T18:53:23.894" v="1569" actId="208"/>
        <pc:sldMkLst>
          <pc:docMk/>
          <pc:sldMk cId="1924007763" sldId="267"/>
        </pc:sldMkLst>
        <pc:spChg chg="add del mod">
          <ac:chgData name="Vinícius Santos" userId="b9e9b16e7e0792b9" providerId="LiveId" clId="{16679A63-F8F9-4934-B4BB-D017D1DC6114}" dt="2024-02-03T10:34:07.289" v="8" actId="478"/>
          <ac:spMkLst>
            <pc:docMk/>
            <pc:sldMk cId="1924007763" sldId="267"/>
            <ac:spMk id="2" creationId="{5C7494F9-4D7A-9AA8-40A8-BD317D89236A}"/>
          </ac:spMkLst>
        </pc:spChg>
        <pc:spChg chg="add mod">
          <ac:chgData name="Vinícius Santos" userId="b9e9b16e7e0792b9" providerId="LiveId" clId="{16679A63-F8F9-4934-B4BB-D017D1DC6114}" dt="2024-02-13T18:53:09.566" v="1568" actId="207"/>
          <ac:spMkLst>
            <pc:docMk/>
            <pc:sldMk cId="1924007763" sldId="267"/>
            <ac:spMk id="10" creationId="{795425B8-11EE-531E-706B-EC4D2A06083F}"/>
          </ac:spMkLst>
        </pc:spChg>
        <pc:spChg chg="add mod">
          <ac:chgData name="Vinícius Santos" userId="b9e9b16e7e0792b9" providerId="LiveId" clId="{16679A63-F8F9-4934-B4BB-D017D1DC6114}" dt="2024-02-03T10:37:54.665" v="56" actId="113"/>
          <ac:spMkLst>
            <pc:docMk/>
            <pc:sldMk cId="1924007763" sldId="267"/>
            <ac:spMk id="17" creationId="{3B25DDA6-835D-61D7-9EC9-41FFAF60DB42}"/>
          </ac:spMkLst>
        </pc:spChg>
        <pc:spChg chg="add mod">
          <ac:chgData name="Vinícius Santos" userId="b9e9b16e7e0792b9" providerId="LiveId" clId="{16679A63-F8F9-4934-B4BB-D017D1DC6114}" dt="2024-02-03T10:38:55.433" v="76" actId="1076"/>
          <ac:spMkLst>
            <pc:docMk/>
            <pc:sldMk cId="1924007763" sldId="267"/>
            <ac:spMk id="18" creationId="{6DE8E53F-5C15-5949-2108-F4076C867BA3}"/>
          </ac:spMkLst>
        </pc:spChg>
        <pc:spChg chg="add mod">
          <ac:chgData name="Vinícius Santos" userId="b9e9b16e7e0792b9" providerId="LiveId" clId="{16679A63-F8F9-4934-B4BB-D017D1DC6114}" dt="2024-02-03T10:39:50.553" v="98" actId="1076"/>
          <ac:spMkLst>
            <pc:docMk/>
            <pc:sldMk cId="1924007763" sldId="267"/>
            <ac:spMk id="19" creationId="{13E55B54-46BE-35BE-1A54-4E7BA808DF9A}"/>
          </ac:spMkLst>
        </pc:spChg>
        <pc:spChg chg="add mod">
          <ac:chgData name="Vinícius Santos" userId="b9e9b16e7e0792b9" providerId="LiveId" clId="{16679A63-F8F9-4934-B4BB-D017D1DC6114}" dt="2024-02-13T18:52:23.447" v="1542" actId="1076"/>
          <ac:spMkLst>
            <pc:docMk/>
            <pc:sldMk cId="1924007763" sldId="267"/>
            <ac:spMk id="20" creationId="{061AE028-49EB-969C-549A-D0A9813F2C34}"/>
          </ac:spMkLst>
        </pc:spChg>
        <pc:picChg chg="add mod">
          <ac:chgData name="Vinícius Santos" userId="b9e9b16e7e0792b9" providerId="LiveId" clId="{16679A63-F8F9-4934-B4BB-D017D1DC6114}" dt="2024-02-13T18:50:18.640" v="1513" actId="1076"/>
          <ac:picMkLst>
            <pc:docMk/>
            <pc:sldMk cId="1924007763" sldId="267"/>
            <ac:picMk id="2" creationId="{F7A629A5-E87A-AD02-E24B-9D7C541B06EE}"/>
          </ac:picMkLst>
        </pc:picChg>
        <pc:picChg chg="add mod">
          <ac:chgData name="Vinícius Santos" userId="b9e9b16e7e0792b9" providerId="LiveId" clId="{16679A63-F8F9-4934-B4BB-D017D1DC6114}" dt="2024-02-13T18:50:54.707" v="1522" actId="1076"/>
          <ac:picMkLst>
            <pc:docMk/>
            <pc:sldMk cId="1924007763" sldId="267"/>
            <ac:picMk id="5" creationId="{FBEF0ED2-E4D1-17EA-CF8A-525B809E91C0}"/>
          </ac:picMkLst>
        </pc:picChg>
        <pc:picChg chg="add mod">
          <ac:chgData name="Vinícius Santos" userId="b9e9b16e7e0792b9" providerId="LiveId" clId="{16679A63-F8F9-4934-B4BB-D017D1DC6114}" dt="2024-02-13T18:50:06.783" v="1510" actId="1076"/>
          <ac:picMkLst>
            <pc:docMk/>
            <pc:sldMk cId="1924007763" sldId="267"/>
            <ac:picMk id="1026" creationId="{496F3EF9-3397-885D-D3EF-CE4607BC7B29}"/>
          </ac:picMkLst>
        </pc:picChg>
        <pc:picChg chg="add del">
          <ac:chgData name="Vinícius Santos" userId="b9e9b16e7e0792b9" providerId="LiveId" clId="{16679A63-F8F9-4934-B4BB-D017D1DC6114}" dt="2024-02-03T10:33:45.762" v="1" actId="478"/>
          <ac:picMkLst>
            <pc:docMk/>
            <pc:sldMk cId="1924007763" sldId="267"/>
            <ac:picMk id="1026" creationId="{CA95BC37-68EE-84A4-620D-D920C3764A64}"/>
          </ac:picMkLst>
        </pc:picChg>
        <pc:picChg chg="add mod">
          <ac:chgData name="Vinícius Santos" userId="b9e9b16e7e0792b9" providerId="LiveId" clId="{16679A63-F8F9-4934-B4BB-D017D1DC6114}" dt="2024-02-03T10:33:53.973" v="4" actId="1076"/>
          <ac:picMkLst>
            <pc:docMk/>
            <pc:sldMk cId="1924007763" sldId="267"/>
            <ac:picMk id="1028" creationId="{CC4B3513-0FB6-FB77-E539-D50ECCCD008B}"/>
          </ac:picMkLst>
        </pc:picChg>
        <pc:picChg chg="add mod">
          <ac:chgData name="Vinícius Santos" userId="b9e9b16e7e0792b9" providerId="LiveId" clId="{16679A63-F8F9-4934-B4BB-D017D1DC6114}" dt="2024-02-13T18:50:28.411" v="1517" actId="1076"/>
          <ac:picMkLst>
            <pc:docMk/>
            <pc:sldMk cId="1924007763" sldId="267"/>
            <ac:picMk id="1030" creationId="{E768A748-A977-0544-9773-34CE9C9F920B}"/>
          </ac:picMkLst>
        </pc:picChg>
        <pc:picChg chg="add del mod">
          <ac:chgData name="Vinícius Santos" userId="b9e9b16e7e0792b9" providerId="LiveId" clId="{16679A63-F8F9-4934-B4BB-D017D1DC6114}" dt="2024-02-13T18:49:29.628" v="1501" actId="478"/>
          <ac:picMkLst>
            <pc:docMk/>
            <pc:sldMk cId="1924007763" sldId="267"/>
            <ac:picMk id="1032" creationId="{D63945D4-127C-D503-4A53-3AE7595FA8D0}"/>
          </ac:picMkLst>
        </pc:picChg>
        <pc:cxnChg chg="add mod">
          <ac:chgData name="Vinícius Santos" userId="b9e9b16e7e0792b9" providerId="LiveId" clId="{16679A63-F8F9-4934-B4BB-D017D1DC6114}" dt="2024-02-13T18:51:15.800" v="1525" actId="14100"/>
          <ac:cxnSpMkLst>
            <pc:docMk/>
            <pc:sldMk cId="1924007763" sldId="267"/>
            <ac:cxnSpMk id="3" creationId="{5ABDD248-158B-F086-A19E-F7CA4E085C4C}"/>
          </ac:cxnSpMkLst>
        </pc:cxnChg>
        <pc:cxnChg chg="add mod">
          <ac:chgData name="Vinícius Santos" userId="b9e9b16e7e0792b9" providerId="LiveId" clId="{16679A63-F8F9-4934-B4BB-D017D1DC6114}" dt="2024-02-03T10:36:55.750" v="34" actId="14100"/>
          <ac:cxnSpMkLst>
            <pc:docMk/>
            <pc:sldMk cId="1924007763" sldId="267"/>
            <ac:cxnSpMk id="4" creationId="{D41061B6-A86A-1BB5-44FB-F95AB678F936}"/>
          </ac:cxnSpMkLst>
        </pc:cxnChg>
        <pc:cxnChg chg="add mod">
          <ac:chgData name="Vinícius Santos" userId="b9e9b16e7e0792b9" providerId="LiveId" clId="{16679A63-F8F9-4934-B4BB-D017D1DC6114}" dt="2024-02-03T10:35:17.066" v="26" actId="208"/>
          <ac:cxnSpMkLst>
            <pc:docMk/>
            <pc:sldMk cId="1924007763" sldId="267"/>
            <ac:cxnSpMk id="6" creationId="{DF0B0A6C-E1A8-E034-CC06-2C6315A61FD9}"/>
          </ac:cxnSpMkLst>
        </pc:cxnChg>
        <pc:cxnChg chg="add mod">
          <ac:chgData name="Vinícius Santos" userId="b9e9b16e7e0792b9" providerId="LiveId" clId="{16679A63-F8F9-4934-B4BB-D017D1DC6114}" dt="2024-02-13T18:51:24.704" v="1527" actId="14100"/>
          <ac:cxnSpMkLst>
            <pc:docMk/>
            <pc:sldMk cId="1924007763" sldId="267"/>
            <ac:cxnSpMk id="7" creationId="{D170A850-B01B-302D-273E-F12B6D55B25B}"/>
          </ac:cxnSpMkLst>
        </pc:cxnChg>
        <pc:cxnChg chg="add mod">
          <ac:chgData name="Vinícius Santos" userId="b9e9b16e7e0792b9" providerId="LiveId" clId="{16679A63-F8F9-4934-B4BB-D017D1DC6114}" dt="2024-02-13T18:53:23.894" v="1569" actId="208"/>
          <ac:cxnSpMkLst>
            <pc:docMk/>
            <pc:sldMk cId="1924007763" sldId="267"/>
            <ac:cxnSpMk id="8" creationId="{71C9DE71-1524-D68C-0667-94CA18FDC1A1}"/>
          </ac:cxnSpMkLst>
        </pc:cxnChg>
        <pc:cxnChg chg="add mod">
          <ac:chgData name="Vinícius Santos" userId="b9e9b16e7e0792b9" providerId="LiveId" clId="{16679A63-F8F9-4934-B4BB-D017D1DC6114}" dt="2024-02-03T10:36:58.950" v="35" actId="14100"/>
          <ac:cxnSpMkLst>
            <pc:docMk/>
            <pc:sldMk cId="1924007763" sldId="267"/>
            <ac:cxnSpMk id="9" creationId="{5541CCD3-C7DA-5346-D506-785294036A20}"/>
          </ac:cxnSpMkLst>
        </pc:cxnChg>
        <pc:cxnChg chg="add mod">
          <ac:chgData name="Vinícius Santos" userId="b9e9b16e7e0792b9" providerId="LiveId" clId="{16679A63-F8F9-4934-B4BB-D017D1DC6114}" dt="2024-02-13T18:52:17.395" v="1541" actId="14100"/>
          <ac:cxnSpMkLst>
            <pc:docMk/>
            <pc:sldMk cId="1924007763" sldId="267"/>
            <ac:cxnSpMk id="11" creationId="{24CFF51D-0649-0FA9-0D08-DC13AB467A4B}"/>
          </ac:cxnSpMkLst>
        </pc:cxnChg>
        <pc:cxnChg chg="add mod">
          <ac:chgData name="Vinícius Santos" userId="b9e9b16e7e0792b9" providerId="LiveId" clId="{16679A63-F8F9-4934-B4BB-D017D1DC6114}" dt="2024-02-13T18:51:31.203" v="1528" actId="14100"/>
          <ac:cxnSpMkLst>
            <pc:docMk/>
            <pc:sldMk cId="1924007763" sldId="267"/>
            <ac:cxnSpMk id="21" creationId="{CB0AB3A1-B1FE-589D-7148-3A73C68F345C}"/>
          </ac:cxnSpMkLst>
        </pc:cxnChg>
        <pc:cxnChg chg="add mod">
          <ac:chgData name="Vinícius Santos" userId="b9e9b16e7e0792b9" providerId="LiveId" clId="{16679A63-F8F9-4934-B4BB-D017D1DC6114}" dt="2024-02-13T18:51:20.682" v="1526" actId="14100"/>
          <ac:cxnSpMkLst>
            <pc:docMk/>
            <pc:sldMk cId="1924007763" sldId="267"/>
            <ac:cxnSpMk id="23" creationId="{13583FCC-7C33-373D-0B2C-18408FA8D6DB}"/>
          </ac:cxnSpMkLst>
        </pc:cxnChg>
      </pc:sldChg>
      <pc:sldChg chg="addSp delSp modSp new mod">
        <pc:chgData name="Vinícius Santos" userId="b9e9b16e7e0792b9" providerId="LiveId" clId="{16679A63-F8F9-4934-B4BB-D017D1DC6114}" dt="2024-02-03T11:07:36.058" v="663" actId="552"/>
        <pc:sldMkLst>
          <pc:docMk/>
          <pc:sldMk cId="1399138922" sldId="268"/>
        </pc:sldMkLst>
        <pc:spChg chg="del">
          <ac:chgData name="Vinícius Santos" userId="b9e9b16e7e0792b9" providerId="LiveId" clId="{16679A63-F8F9-4934-B4BB-D017D1DC6114}" dt="2024-02-03T10:55:33.239" v="128" actId="478"/>
          <ac:spMkLst>
            <pc:docMk/>
            <pc:sldMk cId="1399138922" sldId="268"/>
            <ac:spMk id="2" creationId="{1D43AA91-F039-7CDD-3220-9E6F13087C41}"/>
          </ac:spMkLst>
        </pc:spChg>
        <pc:spChg chg="del">
          <ac:chgData name="Vinícius Santos" userId="b9e9b16e7e0792b9" providerId="LiveId" clId="{16679A63-F8F9-4934-B4BB-D017D1DC6114}" dt="2024-02-03T10:55:28.145" v="126" actId="478"/>
          <ac:spMkLst>
            <pc:docMk/>
            <pc:sldMk cId="1399138922" sldId="268"/>
            <ac:spMk id="3" creationId="{B2396B63-D0EA-9259-DEBD-94C2061F2ACD}"/>
          </ac:spMkLst>
        </pc:spChg>
        <pc:spChg chg="add mod">
          <ac:chgData name="Vinícius Santos" userId="b9e9b16e7e0792b9" providerId="LiveId" clId="{16679A63-F8F9-4934-B4BB-D017D1DC6114}" dt="2024-02-03T11:06:44.434" v="657" actId="552"/>
          <ac:spMkLst>
            <pc:docMk/>
            <pc:sldMk cId="1399138922" sldId="268"/>
            <ac:spMk id="4" creationId="{D5E9567B-EDE7-2F0C-0EAF-0E0E91ECB9F6}"/>
          </ac:spMkLst>
        </pc:spChg>
        <pc:spChg chg="add mod">
          <ac:chgData name="Vinícius Santos" userId="b9e9b16e7e0792b9" providerId="LiveId" clId="{16679A63-F8F9-4934-B4BB-D017D1DC6114}" dt="2024-02-03T11:06:44.434" v="657" actId="552"/>
          <ac:spMkLst>
            <pc:docMk/>
            <pc:sldMk cId="1399138922" sldId="268"/>
            <ac:spMk id="5" creationId="{190EEECF-C65B-A43D-7440-C47132222F28}"/>
          </ac:spMkLst>
        </pc:spChg>
        <pc:spChg chg="add mod">
          <ac:chgData name="Vinícius Santos" userId="b9e9b16e7e0792b9" providerId="LiveId" clId="{16679A63-F8F9-4934-B4BB-D017D1DC6114}" dt="2024-02-03T11:07:30.445" v="662" actId="552"/>
          <ac:spMkLst>
            <pc:docMk/>
            <pc:sldMk cId="1399138922" sldId="268"/>
            <ac:spMk id="6" creationId="{38374824-E253-5E52-64BA-E4DF9C956B29}"/>
          </ac:spMkLst>
        </pc:spChg>
        <pc:spChg chg="add mod">
          <ac:chgData name="Vinícius Santos" userId="b9e9b16e7e0792b9" providerId="LiveId" clId="{16679A63-F8F9-4934-B4BB-D017D1DC6114}" dt="2024-02-03T11:07:30.445" v="662" actId="552"/>
          <ac:spMkLst>
            <pc:docMk/>
            <pc:sldMk cId="1399138922" sldId="268"/>
            <ac:spMk id="7" creationId="{7678590B-7088-76E7-695F-9E3C4552882D}"/>
          </ac:spMkLst>
        </pc:spChg>
        <pc:spChg chg="add mod">
          <ac:chgData name="Vinícius Santos" userId="b9e9b16e7e0792b9" providerId="LiveId" clId="{16679A63-F8F9-4934-B4BB-D017D1DC6114}" dt="2024-02-03T11:07:36.058" v="663" actId="552"/>
          <ac:spMkLst>
            <pc:docMk/>
            <pc:sldMk cId="1399138922" sldId="268"/>
            <ac:spMk id="8" creationId="{C9B0564B-473E-4115-6ADD-5038ECC44ACB}"/>
          </ac:spMkLst>
        </pc:spChg>
        <pc:spChg chg="add mod">
          <ac:chgData name="Vinícius Santos" userId="b9e9b16e7e0792b9" providerId="LiveId" clId="{16679A63-F8F9-4934-B4BB-D017D1DC6114}" dt="2024-02-03T11:07:36.058" v="663" actId="552"/>
          <ac:spMkLst>
            <pc:docMk/>
            <pc:sldMk cId="1399138922" sldId="268"/>
            <ac:spMk id="9" creationId="{77296820-1629-D4B8-E1D2-E2C9037B989A}"/>
          </ac:spMkLst>
        </pc:spChg>
        <pc:picChg chg="add mod">
          <ac:chgData name="Vinícius Santos" userId="b9e9b16e7e0792b9" providerId="LiveId" clId="{16679A63-F8F9-4934-B4BB-D017D1DC6114}" dt="2024-02-03T11:07:21.286" v="661" actId="408"/>
          <ac:picMkLst>
            <pc:docMk/>
            <pc:sldMk cId="1399138922" sldId="268"/>
            <ac:picMk id="2050" creationId="{DEBA744A-8710-29A5-EA76-4EE59FDFE7E6}"/>
          </ac:picMkLst>
        </pc:picChg>
        <pc:picChg chg="add mod">
          <ac:chgData name="Vinícius Santos" userId="b9e9b16e7e0792b9" providerId="LiveId" clId="{16679A63-F8F9-4934-B4BB-D017D1DC6114}" dt="2024-02-03T11:07:30.445" v="662" actId="552"/>
          <ac:picMkLst>
            <pc:docMk/>
            <pc:sldMk cId="1399138922" sldId="268"/>
            <ac:picMk id="2052" creationId="{58E991FD-EC88-B477-2F33-4B2AE9CD4484}"/>
          </ac:picMkLst>
        </pc:picChg>
        <pc:picChg chg="add">
          <ac:chgData name="Vinícius Santos" userId="b9e9b16e7e0792b9" providerId="LiveId" clId="{16679A63-F8F9-4934-B4BB-D017D1DC6114}" dt="2024-02-03T10:58:06.072" v="134"/>
          <ac:picMkLst>
            <pc:docMk/>
            <pc:sldMk cId="1399138922" sldId="268"/>
            <ac:picMk id="2054" creationId="{015FCC9D-0481-7BC0-FACE-F3D0C3D065A9}"/>
          </ac:picMkLst>
        </pc:picChg>
        <pc:picChg chg="add mod">
          <ac:chgData name="Vinícius Santos" userId="b9e9b16e7e0792b9" providerId="LiveId" clId="{16679A63-F8F9-4934-B4BB-D017D1DC6114}" dt="2024-02-03T11:07:36.058" v="663" actId="552"/>
          <ac:picMkLst>
            <pc:docMk/>
            <pc:sldMk cId="1399138922" sldId="268"/>
            <ac:picMk id="2056" creationId="{BCEC15EE-EFFC-B368-B84B-2769579236BE}"/>
          </ac:picMkLst>
        </pc:picChg>
      </pc:sldChg>
      <pc:sldChg chg="addSp delSp modSp new mod ord">
        <pc:chgData name="Vinícius Santos" userId="b9e9b16e7e0792b9" providerId="LiveId" clId="{16679A63-F8F9-4934-B4BB-D017D1DC6114}" dt="2024-02-03T11:32:17.592" v="898" actId="20577"/>
        <pc:sldMkLst>
          <pc:docMk/>
          <pc:sldMk cId="2848357477" sldId="269"/>
        </pc:sldMkLst>
        <pc:spChg chg="mod">
          <ac:chgData name="Vinícius Santos" userId="b9e9b16e7e0792b9" providerId="LiveId" clId="{16679A63-F8F9-4934-B4BB-D017D1DC6114}" dt="2024-02-03T11:25:30.175" v="696" actId="20577"/>
          <ac:spMkLst>
            <pc:docMk/>
            <pc:sldMk cId="2848357477" sldId="269"/>
            <ac:spMk id="2" creationId="{2F122C1A-9FEA-F0A2-0DCE-CDE8288F94C4}"/>
          </ac:spMkLst>
        </pc:spChg>
        <pc:spChg chg="del">
          <ac:chgData name="Vinícius Santos" userId="b9e9b16e7e0792b9" providerId="LiveId" clId="{16679A63-F8F9-4934-B4BB-D017D1DC6114}" dt="2024-02-03T11:25:33.521" v="697" actId="478"/>
          <ac:spMkLst>
            <pc:docMk/>
            <pc:sldMk cId="2848357477" sldId="269"/>
            <ac:spMk id="3" creationId="{5F567955-A0B5-6BF0-E824-A2476A4F511A}"/>
          </ac:spMkLst>
        </pc:spChg>
        <pc:spChg chg="add mod">
          <ac:chgData name="Vinícius Santos" userId="b9e9b16e7e0792b9" providerId="LiveId" clId="{16679A63-F8F9-4934-B4BB-D017D1DC6114}" dt="2024-02-03T11:27:51.292" v="824" actId="1076"/>
          <ac:spMkLst>
            <pc:docMk/>
            <pc:sldMk cId="2848357477" sldId="269"/>
            <ac:spMk id="4" creationId="{3200D1C4-5B1A-7999-6C15-63749D94454C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5" creationId="{4318A292-2262-2128-38EA-7175A712DFF0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6" creationId="{533749C2-1D6E-854A-5563-B0F83F627637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7" creationId="{11F51E3A-205E-18A6-F39A-9442C697338E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8" creationId="{843ACB64-085F-7B1D-C3C3-E54A619F3E4C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9" creationId="{25048EC6-A419-5B33-A76F-E524BBD9BC04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0" creationId="{FE965056-5C8C-16A0-B03A-740E3B0E0A13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1" creationId="{60442BA4-1314-8BF6-D3CB-0DD77AA77A42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2" creationId="{E5E8950C-6F88-3453-09A7-DDAA355C1841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3" creationId="{D7ABE4BD-A15A-E7D5-747B-85FF86A841DB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4" creationId="{36ACEB01-1E99-D40A-D5B5-E21412CC192E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5" creationId="{C7499AD2-2C76-09DF-E25E-839148D3C0DB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6" creationId="{01CA4880-1178-444A-8B77-9E75EAEAF2A9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7" creationId="{47F04EA7-912F-598D-70A8-AF56CD32FF0C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8" creationId="{C9B368C0-7E80-7099-BFF6-2E86214120CC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19" creationId="{51A60C82-612C-E3A6-B005-FB6B87EB2F54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20" creationId="{F8BE9A70-F1E3-C1E5-05CC-E5D0657B4B61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21" creationId="{447AD319-5C3D-B793-3705-538981E417C0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22" creationId="{30ABD935-F486-5886-C5C7-0BC09C5B9B38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23" creationId="{CE052AB8-2924-B032-EAB2-8B2B7CDC4DEE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24" creationId="{E21CB0AC-9555-8CF2-7CAD-098F8E63230A}"/>
          </ac:spMkLst>
        </pc:spChg>
        <pc:spChg chg="add mod">
          <ac:chgData name="Vinícius Santos" userId="b9e9b16e7e0792b9" providerId="LiveId" clId="{16679A63-F8F9-4934-B4BB-D017D1DC6114}" dt="2024-02-03T11:27:45.511" v="823" actId="1076"/>
          <ac:spMkLst>
            <pc:docMk/>
            <pc:sldMk cId="2848357477" sldId="269"/>
            <ac:spMk id="25" creationId="{FC2742E4-8C3B-BB00-4098-87DDB8862AA8}"/>
          </ac:spMkLst>
        </pc:spChg>
        <pc:spChg chg="add mod">
          <ac:chgData name="Vinícius Santos" userId="b9e9b16e7e0792b9" providerId="LiveId" clId="{16679A63-F8F9-4934-B4BB-D017D1DC6114}" dt="2024-02-03T11:28:57.244" v="837" actId="1076"/>
          <ac:spMkLst>
            <pc:docMk/>
            <pc:sldMk cId="2848357477" sldId="269"/>
            <ac:spMk id="29" creationId="{D365C618-AC46-E446-61F8-2956F4ADFE85}"/>
          </ac:spMkLst>
        </pc:spChg>
        <pc:spChg chg="add mod">
          <ac:chgData name="Vinícius Santos" userId="b9e9b16e7e0792b9" providerId="LiveId" clId="{16679A63-F8F9-4934-B4BB-D017D1DC6114}" dt="2024-02-03T11:30:28.496" v="864" actId="1076"/>
          <ac:spMkLst>
            <pc:docMk/>
            <pc:sldMk cId="2848357477" sldId="269"/>
            <ac:spMk id="35" creationId="{F7048A69-DEB8-8A79-0CF7-E953C4174D43}"/>
          </ac:spMkLst>
        </pc:spChg>
        <pc:spChg chg="add mod">
          <ac:chgData name="Vinícius Santos" userId="b9e9b16e7e0792b9" providerId="LiveId" clId="{16679A63-F8F9-4934-B4BB-D017D1DC6114}" dt="2024-02-03T11:31:25.043" v="873" actId="14100"/>
          <ac:spMkLst>
            <pc:docMk/>
            <pc:sldMk cId="2848357477" sldId="269"/>
            <ac:spMk id="38" creationId="{226EFF18-A2D9-2E22-EAC2-4E087498F3B0}"/>
          </ac:spMkLst>
        </pc:spChg>
        <pc:spChg chg="add mod">
          <ac:chgData name="Vinícius Santos" userId="b9e9b16e7e0792b9" providerId="LiveId" clId="{16679A63-F8F9-4934-B4BB-D017D1DC6114}" dt="2024-02-03T11:32:10.904" v="891" actId="14100"/>
          <ac:spMkLst>
            <pc:docMk/>
            <pc:sldMk cId="2848357477" sldId="269"/>
            <ac:spMk id="45" creationId="{1B869EEE-B398-70F3-BB0A-747FC2FCB04B}"/>
          </ac:spMkLst>
        </pc:spChg>
        <pc:spChg chg="add mod">
          <ac:chgData name="Vinícius Santos" userId="b9e9b16e7e0792b9" providerId="LiveId" clId="{16679A63-F8F9-4934-B4BB-D017D1DC6114}" dt="2024-02-03T11:32:17.592" v="898" actId="20577"/>
          <ac:spMkLst>
            <pc:docMk/>
            <pc:sldMk cId="2848357477" sldId="269"/>
            <ac:spMk id="46" creationId="{2C009389-4F2C-1174-12C7-C8A0125FEED7}"/>
          </ac:spMkLst>
        </pc:spChg>
        <pc:cxnChg chg="add mod">
          <ac:chgData name="Vinícius Santos" userId="b9e9b16e7e0792b9" providerId="LiveId" clId="{16679A63-F8F9-4934-B4BB-D017D1DC6114}" dt="2024-02-03T11:28:37.598" v="829" actId="208"/>
          <ac:cxnSpMkLst>
            <pc:docMk/>
            <pc:sldMk cId="2848357477" sldId="269"/>
            <ac:cxnSpMk id="27" creationId="{D668E25C-70CC-78DD-3FBA-0F1FD48E7EA7}"/>
          </ac:cxnSpMkLst>
        </pc:cxnChg>
        <pc:cxnChg chg="add mod">
          <ac:chgData name="Vinícius Santos" userId="b9e9b16e7e0792b9" providerId="LiveId" clId="{16679A63-F8F9-4934-B4BB-D017D1DC6114}" dt="2024-02-03T11:29:55.919" v="846" actId="208"/>
          <ac:cxnSpMkLst>
            <pc:docMk/>
            <pc:sldMk cId="2848357477" sldId="269"/>
            <ac:cxnSpMk id="31" creationId="{A39779E0-C52A-DC83-A7A0-0665AB1A83D9}"/>
          </ac:cxnSpMkLst>
        </pc:cxnChg>
        <pc:cxnChg chg="add mod">
          <ac:chgData name="Vinícius Santos" userId="b9e9b16e7e0792b9" providerId="LiveId" clId="{16679A63-F8F9-4934-B4BB-D017D1DC6114}" dt="2024-02-03T11:29:33.903" v="843" actId="1076"/>
          <ac:cxnSpMkLst>
            <pc:docMk/>
            <pc:sldMk cId="2848357477" sldId="269"/>
            <ac:cxnSpMk id="32" creationId="{72E56AFE-BFEB-9BDF-5BC6-0D1E6B462D97}"/>
          </ac:cxnSpMkLst>
        </pc:cxnChg>
        <pc:cxnChg chg="add mod">
          <ac:chgData name="Vinícius Santos" userId="b9e9b16e7e0792b9" providerId="LiveId" clId="{16679A63-F8F9-4934-B4BB-D017D1DC6114}" dt="2024-02-03T11:29:37.653" v="844" actId="571"/>
          <ac:cxnSpMkLst>
            <pc:docMk/>
            <pc:sldMk cId="2848357477" sldId="269"/>
            <ac:cxnSpMk id="34" creationId="{83ECCE41-E339-0B7D-8242-652FE33AE025}"/>
          </ac:cxnSpMkLst>
        </pc:cxnChg>
        <pc:cxnChg chg="add mod">
          <ac:chgData name="Vinícius Santos" userId="b9e9b16e7e0792b9" providerId="LiveId" clId="{16679A63-F8F9-4934-B4BB-D017D1DC6114}" dt="2024-02-03T11:31:11.572" v="867" actId="1582"/>
          <ac:cxnSpMkLst>
            <pc:docMk/>
            <pc:sldMk cId="2848357477" sldId="269"/>
            <ac:cxnSpMk id="36" creationId="{A0BBADF8-F2FD-15D2-E7D9-18BE5AA93B93}"/>
          </ac:cxnSpMkLst>
        </pc:cxnChg>
        <pc:cxnChg chg="add mod">
          <ac:chgData name="Vinícius Santos" userId="b9e9b16e7e0792b9" providerId="LiveId" clId="{16679A63-F8F9-4934-B4BB-D017D1DC6114}" dt="2024-02-03T11:30:48.305" v="865" actId="571"/>
          <ac:cxnSpMkLst>
            <pc:docMk/>
            <pc:sldMk cId="2848357477" sldId="269"/>
            <ac:cxnSpMk id="37" creationId="{4554FC85-FE0C-C1A6-3398-A813EDD39FB3}"/>
          </ac:cxnSpMkLst>
        </pc:cxnChg>
        <pc:cxnChg chg="add mod">
          <ac:chgData name="Vinícius Santos" userId="b9e9b16e7e0792b9" providerId="LiveId" clId="{16679A63-F8F9-4934-B4BB-D017D1DC6114}" dt="2024-02-03T11:31:45.430" v="878" actId="1076"/>
          <ac:cxnSpMkLst>
            <pc:docMk/>
            <pc:sldMk cId="2848357477" sldId="269"/>
            <ac:cxnSpMk id="39" creationId="{117482E9-5D85-47C4-B4A2-AB583D481B4F}"/>
          </ac:cxnSpMkLst>
        </pc:cxnChg>
        <pc:cxnChg chg="add mod">
          <ac:chgData name="Vinícius Santos" userId="b9e9b16e7e0792b9" providerId="LiveId" clId="{16679A63-F8F9-4934-B4BB-D017D1DC6114}" dt="2024-02-03T11:31:59.956" v="882" actId="14100"/>
          <ac:cxnSpMkLst>
            <pc:docMk/>
            <pc:sldMk cId="2848357477" sldId="269"/>
            <ac:cxnSpMk id="42" creationId="{758D5FD9-BFDC-0EAD-524D-C34E49003A27}"/>
          </ac:cxnSpMkLst>
        </pc:cxnChg>
      </pc:sldChg>
      <pc:sldChg chg="addSp delSp modSp new mod">
        <pc:chgData name="Vinícius Santos" userId="b9e9b16e7e0792b9" providerId="LiveId" clId="{16679A63-F8F9-4934-B4BB-D017D1DC6114}" dt="2024-02-03T12:19:20.223" v="1014" actId="1076"/>
        <pc:sldMkLst>
          <pc:docMk/>
          <pc:sldMk cId="3457628260" sldId="270"/>
        </pc:sldMkLst>
        <pc:spChg chg="del">
          <ac:chgData name="Vinícius Santos" userId="b9e9b16e7e0792b9" providerId="LiveId" clId="{16679A63-F8F9-4934-B4BB-D017D1DC6114}" dt="2024-02-03T12:15:00.130" v="900" actId="478"/>
          <ac:spMkLst>
            <pc:docMk/>
            <pc:sldMk cId="3457628260" sldId="270"/>
            <ac:spMk id="2" creationId="{C72F7E66-838E-A903-A41C-9C69C493B197}"/>
          </ac:spMkLst>
        </pc:spChg>
        <pc:spChg chg="del">
          <ac:chgData name="Vinícius Santos" userId="b9e9b16e7e0792b9" providerId="LiveId" clId="{16679A63-F8F9-4934-B4BB-D017D1DC6114}" dt="2024-02-03T12:15:01" v="901" actId="478"/>
          <ac:spMkLst>
            <pc:docMk/>
            <pc:sldMk cId="3457628260" sldId="270"/>
            <ac:spMk id="3" creationId="{E604E3AE-1E28-8B45-1E3F-F8CCFFE30481}"/>
          </ac:spMkLst>
        </pc:spChg>
        <pc:spChg chg="add mod">
          <ac:chgData name="Vinícius Santos" userId="b9e9b16e7e0792b9" providerId="LiveId" clId="{16679A63-F8F9-4934-B4BB-D017D1DC6114}" dt="2024-02-03T12:17:57.863" v="981" actId="113"/>
          <ac:spMkLst>
            <pc:docMk/>
            <pc:sldMk cId="3457628260" sldId="270"/>
            <ac:spMk id="4" creationId="{5CA1DFE5-6A52-C98C-41FE-FC78B7E9C34E}"/>
          </ac:spMkLst>
        </pc:spChg>
        <pc:spChg chg="add mod">
          <ac:chgData name="Vinícius Santos" userId="b9e9b16e7e0792b9" providerId="LiveId" clId="{16679A63-F8F9-4934-B4BB-D017D1DC6114}" dt="2024-02-03T12:18:05.394" v="986" actId="113"/>
          <ac:spMkLst>
            <pc:docMk/>
            <pc:sldMk cId="3457628260" sldId="270"/>
            <ac:spMk id="7" creationId="{4035201E-CA61-B684-4C4C-68DEE1C598C1}"/>
          </ac:spMkLst>
        </pc:spChg>
        <pc:spChg chg="add mod">
          <ac:chgData name="Vinícius Santos" userId="b9e9b16e7e0792b9" providerId="LiveId" clId="{16679A63-F8F9-4934-B4BB-D017D1DC6114}" dt="2024-02-03T12:19:20.223" v="1014" actId="1076"/>
          <ac:spMkLst>
            <pc:docMk/>
            <pc:sldMk cId="3457628260" sldId="270"/>
            <ac:spMk id="11" creationId="{4E42B167-AC1A-2178-E98A-BD1A84EF9C35}"/>
          </ac:spMkLst>
        </pc:spChg>
        <pc:spChg chg="add mod">
          <ac:chgData name="Vinícius Santos" userId="b9e9b16e7e0792b9" providerId="LiveId" clId="{16679A63-F8F9-4934-B4BB-D017D1DC6114}" dt="2024-02-03T12:16:29.726" v="960" actId="20577"/>
          <ac:spMkLst>
            <pc:docMk/>
            <pc:sldMk cId="3457628260" sldId="270"/>
            <ac:spMk id="14" creationId="{AD99C895-615E-CF8B-8E60-5EA45BE6215F}"/>
          </ac:spMkLst>
        </pc:spChg>
        <pc:spChg chg="add mod">
          <ac:chgData name="Vinícius Santos" userId="b9e9b16e7e0792b9" providerId="LiveId" clId="{16679A63-F8F9-4934-B4BB-D017D1DC6114}" dt="2024-02-03T12:19:01.921" v="1011" actId="1076"/>
          <ac:spMkLst>
            <pc:docMk/>
            <pc:sldMk cId="3457628260" sldId="270"/>
            <ac:spMk id="15" creationId="{10FBCA00-F096-747D-9C13-3D280427ED43}"/>
          </ac:spMkLst>
        </pc:spChg>
        <pc:spChg chg="add mod">
          <ac:chgData name="Vinícius Santos" userId="b9e9b16e7e0792b9" providerId="LiveId" clId="{16679A63-F8F9-4934-B4BB-D017D1DC6114}" dt="2024-02-03T12:19:07.630" v="1012" actId="571"/>
          <ac:spMkLst>
            <pc:docMk/>
            <pc:sldMk cId="3457628260" sldId="270"/>
            <ac:spMk id="16" creationId="{123494B0-42C7-BF86-0602-A0597DC23456}"/>
          </ac:spMkLst>
        </pc:spChg>
        <pc:cxnChg chg="add mod">
          <ac:chgData name="Vinícius Santos" userId="b9e9b16e7e0792b9" providerId="LiveId" clId="{16679A63-F8F9-4934-B4BB-D017D1DC6114}" dt="2024-02-03T12:17:33.439" v="965" actId="208"/>
          <ac:cxnSpMkLst>
            <pc:docMk/>
            <pc:sldMk cId="3457628260" sldId="270"/>
            <ac:cxnSpMk id="6" creationId="{E99701CD-A5C7-A5A5-995B-63996C076F39}"/>
          </ac:cxnSpMkLst>
        </pc:cxnChg>
        <pc:cxnChg chg="add mod">
          <ac:chgData name="Vinícius Santos" userId="b9e9b16e7e0792b9" providerId="LiveId" clId="{16679A63-F8F9-4934-B4BB-D017D1DC6114}" dt="2024-02-03T12:19:15.167" v="1013" actId="14100"/>
          <ac:cxnSpMkLst>
            <pc:docMk/>
            <pc:sldMk cId="3457628260" sldId="270"/>
            <ac:cxnSpMk id="8" creationId="{3F4E8371-85CE-0E07-D74C-538F66002463}"/>
          </ac:cxnSpMkLst>
        </pc:cxnChg>
        <pc:cxnChg chg="add del mod">
          <ac:chgData name="Vinícius Santos" userId="b9e9b16e7e0792b9" providerId="LiveId" clId="{16679A63-F8F9-4934-B4BB-D017D1DC6114}" dt="2024-02-03T12:16:01.668" v="915" actId="478"/>
          <ac:cxnSpMkLst>
            <pc:docMk/>
            <pc:sldMk cId="3457628260" sldId="270"/>
            <ac:cxnSpMk id="12" creationId="{1E707C61-4E38-3441-0614-F7320DFA68F7}"/>
          </ac:cxnSpMkLst>
        </pc:cxnChg>
      </pc:sldChg>
      <pc:sldChg chg="addSp delSp modSp add mod">
        <pc:chgData name="Vinícius Santos" userId="b9e9b16e7e0792b9" providerId="LiveId" clId="{16679A63-F8F9-4934-B4BB-D017D1DC6114}" dt="2024-02-13T19:03:07.362" v="1639" actId="478"/>
        <pc:sldMkLst>
          <pc:docMk/>
          <pc:sldMk cId="832892217" sldId="271"/>
        </pc:sldMkLst>
        <pc:spChg chg="add mod">
          <ac:chgData name="Vinícius Santos" userId="b9e9b16e7e0792b9" providerId="LiveId" clId="{16679A63-F8F9-4934-B4BB-D017D1DC6114}" dt="2024-02-03T12:45:47.472" v="1236"/>
          <ac:spMkLst>
            <pc:docMk/>
            <pc:sldMk cId="832892217" sldId="271"/>
            <ac:spMk id="2" creationId="{54437165-A73C-824B-08C9-BD0F755FB7F5}"/>
          </ac:spMkLst>
        </pc:spChg>
        <pc:spChg chg="del">
          <ac:chgData name="Vinícius Santos" userId="b9e9b16e7e0792b9" providerId="LiveId" clId="{16679A63-F8F9-4934-B4BB-D017D1DC6114}" dt="2024-02-03T12:33:02.923" v="1021" actId="478"/>
          <ac:spMkLst>
            <pc:docMk/>
            <pc:sldMk cId="832892217" sldId="271"/>
            <ac:spMk id="4" creationId="{C09E9694-0730-28C3-97D3-EE29745BFF9A}"/>
          </ac:spMkLst>
        </pc:spChg>
        <pc:spChg chg="add mod">
          <ac:chgData name="Vinícius Santos" userId="b9e9b16e7e0792b9" providerId="LiveId" clId="{16679A63-F8F9-4934-B4BB-D017D1DC6114}" dt="2024-02-03T12:35:40.403" v="1062" actId="1076"/>
          <ac:spMkLst>
            <pc:docMk/>
            <pc:sldMk cId="832892217" sldId="271"/>
            <ac:spMk id="5" creationId="{10DA7169-28D2-F21A-1E8B-BBC8E395D2FE}"/>
          </ac:spMkLst>
        </pc:spChg>
        <pc:spChg chg="del">
          <ac:chgData name="Vinícius Santos" userId="b9e9b16e7e0792b9" providerId="LiveId" clId="{16679A63-F8F9-4934-B4BB-D017D1DC6114}" dt="2024-02-03T12:33:02.175" v="1020" actId="478"/>
          <ac:spMkLst>
            <pc:docMk/>
            <pc:sldMk cId="832892217" sldId="271"/>
            <ac:spMk id="7" creationId="{146A3C00-3B40-C0A9-443A-ADF350EBD1AF}"/>
          </ac:spMkLst>
        </pc:spChg>
        <pc:spChg chg="add mod">
          <ac:chgData name="Vinícius Santos" userId="b9e9b16e7e0792b9" providerId="LiveId" clId="{16679A63-F8F9-4934-B4BB-D017D1DC6114}" dt="2024-02-03T12:35:40.403" v="1062" actId="1076"/>
          <ac:spMkLst>
            <pc:docMk/>
            <pc:sldMk cId="832892217" sldId="271"/>
            <ac:spMk id="9" creationId="{13DD237A-8E8F-BBB1-3D17-D81AE62CD677}"/>
          </ac:spMkLst>
        </pc:spChg>
        <pc:spChg chg="del">
          <ac:chgData name="Vinícius Santos" userId="b9e9b16e7e0792b9" providerId="LiveId" clId="{16679A63-F8F9-4934-B4BB-D017D1DC6114}" dt="2024-02-03T12:33:01.483" v="1019" actId="478"/>
          <ac:spMkLst>
            <pc:docMk/>
            <pc:sldMk cId="832892217" sldId="271"/>
            <ac:spMk id="11" creationId="{C8E35BF2-A3FF-A1B4-FB15-DB0F0CC19EB1}"/>
          </ac:spMkLst>
        </pc:spChg>
        <pc:spChg chg="add del mod">
          <ac:chgData name="Vinícius Santos" userId="b9e9b16e7e0792b9" providerId="LiveId" clId="{16679A63-F8F9-4934-B4BB-D017D1DC6114}" dt="2024-02-03T12:35:11.739" v="1054" actId="478"/>
          <ac:spMkLst>
            <pc:docMk/>
            <pc:sldMk cId="832892217" sldId="271"/>
            <ac:spMk id="13" creationId="{716B13A5-4D11-0F30-3F60-6E7076C54005}"/>
          </ac:spMkLst>
        </pc:spChg>
        <pc:spChg chg="del">
          <ac:chgData name="Vinícius Santos" userId="b9e9b16e7e0792b9" providerId="LiveId" clId="{16679A63-F8F9-4934-B4BB-D017D1DC6114}" dt="2024-02-13T19:03:07.362" v="1639" actId="478"/>
          <ac:spMkLst>
            <pc:docMk/>
            <pc:sldMk cId="832892217" sldId="271"/>
            <ac:spMk id="14" creationId="{2ACF5FB8-CAD0-356E-D17D-A1F671D2A354}"/>
          </ac:spMkLst>
        </pc:spChg>
        <pc:spChg chg="del">
          <ac:chgData name="Vinícius Santos" userId="b9e9b16e7e0792b9" providerId="LiveId" clId="{16679A63-F8F9-4934-B4BB-D017D1DC6114}" dt="2024-02-03T12:33:00.599" v="1018" actId="478"/>
          <ac:spMkLst>
            <pc:docMk/>
            <pc:sldMk cId="832892217" sldId="271"/>
            <ac:spMk id="15" creationId="{156A1FCF-CF2F-7918-D34A-8B14A90591F6}"/>
          </ac:spMkLst>
        </pc:spChg>
        <pc:spChg chg="del">
          <ac:chgData name="Vinícius Santos" userId="b9e9b16e7e0792b9" providerId="LiveId" clId="{16679A63-F8F9-4934-B4BB-D017D1DC6114}" dt="2024-02-03T12:33:00.599" v="1018" actId="478"/>
          <ac:spMkLst>
            <pc:docMk/>
            <pc:sldMk cId="832892217" sldId="271"/>
            <ac:spMk id="16" creationId="{52DA4E91-A30F-6921-FC38-D7DE738CB6C7}"/>
          </ac:spMkLst>
        </pc:spChg>
        <pc:spChg chg="add del mod">
          <ac:chgData name="Vinícius Santos" userId="b9e9b16e7e0792b9" providerId="LiveId" clId="{16679A63-F8F9-4934-B4BB-D017D1DC6114}" dt="2024-02-03T12:35:11.739" v="1054" actId="478"/>
          <ac:spMkLst>
            <pc:docMk/>
            <pc:sldMk cId="832892217" sldId="271"/>
            <ac:spMk id="18" creationId="{49EB95BE-A742-9AFD-0B3A-CA3BDA258EED}"/>
          </ac:spMkLst>
        </pc:spChg>
        <pc:spChg chg="add del mod">
          <ac:chgData name="Vinícius Santos" userId="b9e9b16e7e0792b9" providerId="LiveId" clId="{16679A63-F8F9-4934-B4BB-D017D1DC6114}" dt="2024-02-03T12:35:11.739" v="1054" actId="478"/>
          <ac:spMkLst>
            <pc:docMk/>
            <pc:sldMk cId="832892217" sldId="271"/>
            <ac:spMk id="19" creationId="{90BD2301-9A35-F451-0740-1DEB5972D89F}"/>
          </ac:spMkLst>
        </pc:spChg>
        <pc:spChg chg="add mod">
          <ac:chgData name="Vinícius Santos" userId="b9e9b16e7e0792b9" providerId="LiveId" clId="{16679A63-F8F9-4934-B4BB-D017D1DC6114}" dt="2024-02-13T19:00:02.409" v="1572" actId="207"/>
          <ac:spMkLst>
            <pc:docMk/>
            <pc:sldMk cId="832892217" sldId="271"/>
            <ac:spMk id="26" creationId="{3932CEF0-B958-3B7E-C48E-C4B7329B0BF3}"/>
          </ac:spMkLst>
        </pc:spChg>
        <pc:spChg chg="add mod">
          <ac:chgData name="Vinícius Santos" userId="b9e9b16e7e0792b9" providerId="LiveId" clId="{16679A63-F8F9-4934-B4BB-D017D1DC6114}" dt="2024-02-03T12:35:40.403" v="1062" actId="1076"/>
          <ac:spMkLst>
            <pc:docMk/>
            <pc:sldMk cId="832892217" sldId="271"/>
            <ac:spMk id="31" creationId="{F6980ABE-0647-DAE4-50A1-FB726E20D09D}"/>
          </ac:spMkLst>
        </pc:spChg>
        <pc:spChg chg="add mod">
          <ac:chgData name="Vinícius Santos" userId="b9e9b16e7e0792b9" providerId="LiveId" clId="{16679A63-F8F9-4934-B4BB-D017D1DC6114}" dt="2024-02-03T12:35:40.403" v="1062" actId="1076"/>
          <ac:spMkLst>
            <pc:docMk/>
            <pc:sldMk cId="832892217" sldId="271"/>
            <ac:spMk id="33" creationId="{DEA20B05-B558-EF43-896E-23E0A2BD8773}"/>
          </ac:spMkLst>
        </pc:spChg>
        <pc:spChg chg="add mod">
          <ac:chgData name="Vinícius Santos" userId="b9e9b16e7e0792b9" providerId="LiveId" clId="{16679A63-F8F9-4934-B4BB-D017D1DC6114}" dt="2024-02-03T12:35:40.403" v="1062" actId="1076"/>
          <ac:spMkLst>
            <pc:docMk/>
            <pc:sldMk cId="832892217" sldId="271"/>
            <ac:spMk id="34" creationId="{D85DA31A-40E2-A945-FEE1-3B4415B140CC}"/>
          </ac:spMkLst>
        </pc:spChg>
        <pc:spChg chg="add mod">
          <ac:chgData name="Vinícius Santos" userId="b9e9b16e7e0792b9" providerId="LiveId" clId="{16679A63-F8F9-4934-B4BB-D017D1DC6114}" dt="2024-02-13T19:02:03.936" v="1626"/>
          <ac:spMkLst>
            <pc:docMk/>
            <pc:sldMk cId="832892217" sldId="271"/>
            <ac:spMk id="42" creationId="{6A77339F-6040-5498-F720-75D9A0969597}"/>
          </ac:spMkLst>
        </pc:spChg>
        <pc:spChg chg="add mod">
          <ac:chgData name="Vinícius Santos" userId="b9e9b16e7e0792b9" providerId="LiveId" clId="{16679A63-F8F9-4934-B4BB-D017D1DC6114}" dt="2024-02-13T19:02:52.755" v="1635" actId="1076"/>
          <ac:spMkLst>
            <pc:docMk/>
            <pc:sldMk cId="832892217" sldId="271"/>
            <ac:spMk id="43" creationId="{0988004B-9C48-F6D4-CC86-E615AFCBCE68}"/>
          </ac:spMkLst>
        </pc:spChg>
        <pc:spChg chg="add del">
          <ac:chgData name="Vinícius Santos" userId="b9e9b16e7e0792b9" providerId="LiveId" clId="{16679A63-F8F9-4934-B4BB-D017D1DC6114}" dt="2024-02-03T12:46:46.212" v="1248" actId="11529"/>
          <ac:spMkLst>
            <pc:docMk/>
            <pc:sldMk cId="832892217" sldId="271"/>
            <ac:spMk id="44" creationId="{1649B9E6-9037-87CE-AEEC-FEB1E03369CD}"/>
          </ac:spMkLst>
        </pc:spChg>
        <pc:spChg chg="add mod">
          <ac:chgData name="Vinícius Santos" userId="b9e9b16e7e0792b9" providerId="LiveId" clId="{16679A63-F8F9-4934-B4BB-D017D1DC6114}" dt="2024-02-13T19:02:55.747" v="1638" actId="20577"/>
          <ac:spMkLst>
            <pc:docMk/>
            <pc:sldMk cId="832892217" sldId="271"/>
            <ac:spMk id="47" creationId="{D66BE313-2201-10C9-A3F6-6EEAD2292780}"/>
          </ac:spMkLst>
        </pc:spChg>
        <pc:spChg chg="add mod">
          <ac:chgData name="Vinícius Santos" userId="b9e9b16e7e0792b9" providerId="LiveId" clId="{16679A63-F8F9-4934-B4BB-D017D1DC6114}" dt="2024-02-13T19:02:20.646" v="1630" actId="1076"/>
          <ac:spMkLst>
            <pc:docMk/>
            <pc:sldMk cId="832892217" sldId="271"/>
            <ac:spMk id="48" creationId="{BFFA691C-747B-5137-0219-8C5CBC4A92FA}"/>
          </ac:spMkLst>
        </pc:spChg>
        <pc:spChg chg="add mod">
          <ac:chgData name="Vinícius Santos" userId="b9e9b16e7e0792b9" providerId="LiveId" clId="{16679A63-F8F9-4934-B4BB-D017D1DC6114}" dt="2024-02-13T19:02:33.154" v="1632" actId="14100"/>
          <ac:spMkLst>
            <pc:docMk/>
            <pc:sldMk cId="832892217" sldId="271"/>
            <ac:spMk id="53" creationId="{420C0824-B4CE-6B61-05F7-05B4B44B5A42}"/>
          </ac:spMkLst>
        </pc:spChg>
        <pc:cxnChg chg="add mod">
          <ac:chgData name="Vinícius Santos" userId="b9e9b16e7e0792b9" providerId="LiveId" clId="{16679A63-F8F9-4934-B4BB-D017D1DC6114}" dt="2024-02-03T12:35:40.403" v="1062" actId="1076"/>
          <ac:cxnSpMkLst>
            <pc:docMk/>
            <pc:sldMk cId="832892217" sldId="271"/>
            <ac:cxnSpMk id="3" creationId="{BF54C086-3D35-E70E-F4F4-45141F122BA9}"/>
          </ac:cxnSpMkLst>
        </pc:cxnChg>
        <pc:cxnChg chg="del mod">
          <ac:chgData name="Vinícius Santos" userId="b9e9b16e7e0792b9" providerId="LiveId" clId="{16679A63-F8F9-4934-B4BB-D017D1DC6114}" dt="2024-02-03T12:32:56.087" v="1017" actId="478"/>
          <ac:cxnSpMkLst>
            <pc:docMk/>
            <pc:sldMk cId="832892217" sldId="271"/>
            <ac:cxnSpMk id="6" creationId="{F45197AA-D0D0-FAAC-48BC-C6A170D2F66D}"/>
          </ac:cxnSpMkLst>
        </pc:cxnChg>
        <pc:cxnChg chg="del mod">
          <ac:chgData name="Vinícius Santos" userId="b9e9b16e7e0792b9" providerId="LiveId" clId="{16679A63-F8F9-4934-B4BB-D017D1DC6114}" dt="2024-02-03T12:32:56.087" v="1017" actId="478"/>
          <ac:cxnSpMkLst>
            <pc:docMk/>
            <pc:sldMk cId="832892217" sldId="271"/>
            <ac:cxnSpMk id="8" creationId="{C1D47E61-1479-9845-082C-194EF694D688}"/>
          </ac:cxnSpMkLst>
        </pc:cxnChg>
        <pc:cxnChg chg="add mod">
          <ac:chgData name="Vinícius Santos" userId="b9e9b16e7e0792b9" providerId="LiveId" clId="{16679A63-F8F9-4934-B4BB-D017D1DC6114}" dt="2024-02-03T12:35:40.403" v="1062" actId="1076"/>
          <ac:cxnSpMkLst>
            <pc:docMk/>
            <pc:sldMk cId="832892217" sldId="271"/>
            <ac:cxnSpMk id="10" creationId="{8D6FB151-82FF-A057-97B0-0D560CD16570}"/>
          </ac:cxnSpMkLst>
        </pc:cxnChg>
        <pc:cxnChg chg="add del mod">
          <ac:chgData name="Vinícius Santos" userId="b9e9b16e7e0792b9" providerId="LiveId" clId="{16679A63-F8F9-4934-B4BB-D017D1DC6114}" dt="2024-02-03T12:35:11.739" v="1054" actId="478"/>
          <ac:cxnSpMkLst>
            <pc:docMk/>
            <pc:sldMk cId="832892217" sldId="271"/>
            <ac:cxnSpMk id="17" creationId="{76752071-4D2F-74B5-9385-203BB949B8BA}"/>
          </ac:cxnSpMkLst>
        </pc:cxnChg>
        <pc:cxnChg chg="add del mod">
          <ac:chgData name="Vinícius Santos" userId="b9e9b16e7e0792b9" providerId="LiveId" clId="{16679A63-F8F9-4934-B4BB-D017D1DC6114}" dt="2024-02-03T12:35:11.739" v="1054" actId="478"/>
          <ac:cxnSpMkLst>
            <pc:docMk/>
            <pc:sldMk cId="832892217" sldId="271"/>
            <ac:cxnSpMk id="20" creationId="{D55FC1B5-3201-9CB4-0F22-67CA87D95419}"/>
          </ac:cxnSpMkLst>
        </pc:cxnChg>
        <pc:cxnChg chg="add mod">
          <ac:chgData name="Vinícius Santos" userId="b9e9b16e7e0792b9" providerId="LiveId" clId="{16679A63-F8F9-4934-B4BB-D017D1DC6114}" dt="2024-02-03T12:35:51.871" v="1066" actId="14100"/>
          <ac:cxnSpMkLst>
            <pc:docMk/>
            <pc:sldMk cId="832892217" sldId="271"/>
            <ac:cxnSpMk id="21" creationId="{DF096ED1-A3B4-0C99-527D-AF495B14B8FA}"/>
          </ac:cxnSpMkLst>
        </pc:cxnChg>
        <pc:cxnChg chg="add del mod">
          <ac:chgData name="Vinícius Santos" userId="b9e9b16e7e0792b9" providerId="LiveId" clId="{16679A63-F8F9-4934-B4BB-D017D1DC6114}" dt="2024-02-03T12:35:12.847" v="1055" actId="478"/>
          <ac:cxnSpMkLst>
            <pc:docMk/>
            <pc:sldMk cId="832892217" sldId="271"/>
            <ac:cxnSpMk id="23" creationId="{A6BD2081-230D-50CF-BAA8-7F1DDCEA339E}"/>
          </ac:cxnSpMkLst>
        </pc:cxnChg>
        <pc:cxnChg chg="add mod">
          <ac:chgData name="Vinícius Santos" userId="b9e9b16e7e0792b9" providerId="LiveId" clId="{16679A63-F8F9-4934-B4BB-D017D1DC6114}" dt="2024-02-03T12:35:40.403" v="1062" actId="1076"/>
          <ac:cxnSpMkLst>
            <pc:docMk/>
            <pc:sldMk cId="832892217" sldId="271"/>
            <ac:cxnSpMk id="32" creationId="{FE0699B2-F00B-271F-9472-7B779BFD07EB}"/>
          </ac:cxnSpMkLst>
        </pc:cxnChg>
        <pc:cxnChg chg="add mod">
          <ac:chgData name="Vinícius Santos" userId="b9e9b16e7e0792b9" providerId="LiveId" clId="{16679A63-F8F9-4934-B4BB-D017D1DC6114}" dt="2024-02-03T12:35:40.403" v="1062" actId="1076"/>
          <ac:cxnSpMkLst>
            <pc:docMk/>
            <pc:sldMk cId="832892217" sldId="271"/>
            <ac:cxnSpMk id="35" creationId="{80A71BF0-1231-63D2-EA44-856B6B29EF9A}"/>
          </ac:cxnSpMkLst>
        </pc:cxnChg>
        <pc:cxnChg chg="add mod">
          <ac:chgData name="Vinícius Santos" userId="b9e9b16e7e0792b9" providerId="LiveId" clId="{16679A63-F8F9-4934-B4BB-D017D1DC6114}" dt="2024-02-03T12:35:44.452" v="1063" actId="14100"/>
          <ac:cxnSpMkLst>
            <pc:docMk/>
            <pc:sldMk cId="832892217" sldId="271"/>
            <ac:cxnSpMk id="36" creationId="{99DF4929-1D06-0819-80FE-0021AD2F3C56}"/>
          </ac:cxnSpMkLst>
        </pc:cxnChg>
        <pc:cxnChg chg="add mod">
          <ac:chgData name="Vinícius Santos" userId="b9e9b16e7e0792b9" providerId="LiveId" clId="{16679A63-F8F9-4934-B4BB-D017D1DC6114}" dt="2024-02-03T12:48:58.770" v="1283" actId="14100"/>
          <ac:cxnSpMkLst>
            <pc:docMk/>
            <pc:sldMk cId="832892217" sldId="271"/>
            <ac:cxnSpMk id="46" creationId="{E8F01173-1504-7F3D-8A0A-D770BF381197}"/>
          </ac:cxnSpMkLst>
        </pc:cxnChg>
        <pc:cxnChg chg="add mod">
          <ac:chgData name="Vinícius Santos" userId="b9e9b16e7e0792b9" providerId="LiveId" clId="{16679A63-F8F9-4934-B4BB-D017D1DC6114}" dt="2024-02-03T12:48:49.256" v="1282" actId="14100"/>
          <ac:cxnSpMkLst>
            <pc:docMk/>
            <pc:sldMk cId="832892217" sldId="271"/>
            <ac:cxnSpMk id="49" creationId="{AC6AEDF9-FADE-8B4D-316C-7D6A27AC7DE8}"/>
          </ac:cxnSpMkLst>
        </pc:cxnChg>
      </pc:sldChg>
      <pc:sldChg chg="addSp delSp modSp new del mod">
        <pc:chgData name="Vinícius Santos" userId="b9e9b16e7e0792b9" providerId="LiveId" clId="{16679A63-F8F9-4934-B4BB-D017D1DC6114}" dt="2024-02-03T13:22:46.337" v="1430" actId="2696"/>
        <pc:sldMkLst>
          <pc:docMk/>
          <pc:sldMk cId="498578819" sldId="272"/>
        </pc:sldMkLst>
        <pc:spChg chg="mod">
          <ac:chgData name="Vinícius Santos" userId="b9e9b16e7e0792b9" providerId="LiveId" clId="{16679A63-F8F9-4934-B4BB-D017D1DC6114}" dt="2024-02-03T13:21:24.603" v="1408" actId="404"/>
          <ac:spMkLst>
            <pc:docMk/>
            <pc:sldMk cId="498578819" sldId="272"/>
            <ac:spMk id="2" creationId="{438D72F4-EEE5-80B0-B269-3737BA3DD839}"/>
          </ac:spMkLst>
        </pc:spChg>
        <pc:spChg chg="del">
          <ac:chgData name="Vinícius Santos" userId="b9e9b16e7e0792b9" providerId="LiveId" clId="{16679A63-F8F9-4934-B4BB-D017D1DC6114}" dt="2024-02-03T13:21:00.777" v="1333" actId="478"/>
          <ac:spMkLst>
            <pc:docMk/>
            <pc:sldMk cId="498578819" sldId="272"/>
            <ac:spMk id="3" creationId="{920F1180-B3A5-4D88-C015-00A77559636B}"/>
          </ac:spMkLst>
        </pc:spChg>
        <pc:spChg chg="add del mod">
          <ac:chgData name="Vinícius Santos" userId="b9e9b16e7e0792b9" providerId="LiveId" clId="{16679A63-F8F9-4934-B4BB-D017D1DC6114}" dt="2024-02-03T13:21:56.671" v="1411" actId="478"/>
          <ac:spMkLst>
            <pc:docMk/>
            <pc:sldMk cId="498578819" sldId="272"/>
            <ac:spMk id="4" creationId="{EE0A03B3-DF9E-FA9E-9A17-3B55798DCF5C}"/>
          </ac:spMkLst>
        </pc:spChg>
        <pc:spChg chg="add del mod">
          <ac:chgData name="Vinícius Santos" userId="b9e9b16e7e0792b9" providerId="LiveId" clId="{16679A63-F8F9-4934-B4BB-D017D1DC6114}" dt="2024-02-03T13:22:41.597" v="1429" actId="478"/>
          <ac:spMkLst>
            <pc:docMk/>
            <pc:sldMk cId="498578819" sldId="272"/>
            <ac:spMk id="5" creationId="{FF2AD115-46BC-66EE-6956-19DFE1350B28}"/>
          </ac:spMkLst>
        </pc:spChg>
      </pc:sldChg>
      <pc:sldChg chg="addSp delSp modSp add mod delAnim modAnim">
        <pc:chgData name="Vinícius Santos" userId="b9e9b16e7e0792b9" providerId="LiveId" clId="{16679A63-F8F9-4934-B4BB-D017D1DC6114}" dt="2024-02-11T10:17:21.007" v="1496"/>
        <pc:sldMkLst>
          <pc:docMk/>
          <pc:sldMk cId="3838546040" sldId="272"/>
        </pc:sldMkLst>
        <pc:spChg chg="add mod">
          <ac:chgData name="Vinícius Santos" userId="b9e9b16e7e0792b9" providerId="LiveId" clId="{16679A63-F8F9-4934-B4BB-D017D1DC6114}" dt="2024-02-11T10:12:10.118" v="1462"/>
          <ac:spMkLst>
            <pc:docMk/>
            <pc:sldMk cId="3838546040" sldId="272"/>
            <ac:spMk id="6" creationId="{AA40A265-C93A-D4C5-753A-D7997A761CED}"/>
          </ac:spMkLst>
        </pc:spChg>
        <pc:spChg chg="add mod">
          <ac:chgData name="Vinícius Santos" userId="b9e9b16e7e0792b9" providerId="LiveId" clId="{16679A63-F8F9-4934-B4BB-D017D1DC6114}" dt="2024-02-11T10:12:10.118" v="1462"/>
          <ac:spMkLst>
            <pc:docMk/>
            <pc:sldMk cId="3838546040" sldId="272"/>
            <ac:spMk id="9" creationId="{E6A0282A-94CE-2CEE-2071-9F77A83178A0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16" creationId="{CAE9C41D-2D87-F56E-634A-04CE8A250FCD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17" creationId="{EBEDB303-00EA-4EEF-8DDC-8B2F55CCA721}"/>
          </ac:spMkLst>
        </pc:spChg>
        <pc:spChg chg="add mod">
          <ac:chgData name="Vinícius Santos" userId="b9e9b16e7e0792b9" providerId="LiveId" clId="{16679A63-F8F9-4934-B4BB-D017D1DC6114}" dt="2024-02-11T10:12:37.707" v="1465"/>
          <ac:spMkLst>
            <pc:docMk/>
            <pc:sldMk cId="3838546040" sldId="272"/>
            <ac:spMk id="18" creationId="{FBC242EC-A341-9434-9D48-EFB1E9F9F191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20" creationId="{527E5F30-73CC-AED4-1FB7-11E7F4E7E724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27" creationId="{08906EE3-CA89-A230-6105-34487308DF43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33" creationId="{9584FF9B-B798-616C-A21E-8C3AF6CFF787}"/>
          </ac:spMkLst>
        </pc:spChg>
        <pc:spChg chg="add mod">
          <ac:chgData name="Vinícius Santos" userId="b9e9b16e7e0792b9" providerId="LiveId" clId="{16679A63-F8F9-4934-B4BB-D017D1DC6114}" dt="2024-02-11T10:12:37.707" v="1465"/>
          <ac:spMkLst>
            <pc:docMk/>
            <pc:sldMk cId="3838546040" sldId="272"/>
            <ac:spMk id="34" creationId="{C13581AA-A31F-26E3-F328-7357BE816120}"/>
          </ac:spMkLst>
        </pc:spChg>
        <pc:spChg chg="add mod">
          <ac:chgData name="Vinícius Santos" userId="b9e9b16e7e0792b9" providerId="LiveId" clId="{16679A63-F8F9-4934-B4BB-D017D1DC6114}" dt="2024-02-11T10:13:09.831" v="1468"/>
          <ac:spMkLst>
            <pc:docMk/>
            <pc:sldMk cId="3838546040" sldId="272"/>
            <ac:spMk id="38" creationId="{0D361A95-4F62-B5B4-AFDA-E0E92B90769F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57" creationId="{4271F926-4B85-2984-3CB9-EB2E0497F613}"/>
          </ac:spMkLst>
        </pc:spChg>
        <pc:spChg chg="add mod">
          <ac:chgData name="Vinícius Santos" userId="b9e9b16e7e0792b9" providerId="LiveId" clId="{16679A63-F8F9-4934-B4BB-D017D1DC6114}" dt="2024-02-11T10:16:12.359" v="1487"/>
          <ac:spMkLst>
            <pc:docMk/>
            <pc:sldMk cId="3838546040" sldId="272"/>
            <ac:spMk id="65" creationId="{EE2595F0-F58D-20BA-5A48-0356555A71A3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73" creationId="{09266FE0-601E-8CEF-7B1D-959F869809C1}"/>
          </ac:spMkLst>
        </pc:spChg>
        <pc:spChg chg="del">
          <ac:chgData name="Vinícius Santos" userId="b9e9b16e7e0792b9" providerId="LiveId" clId="{16679A63-F8F9-4934-B4BB-D017D1DC6114}" dt="2024-02-11T10:10:57.275" v="1454" actId="478"/>
          <ac:spMkLst>
            <pc:docMk/>
            <pc:sldMk cId="3838546040" sldId="272"/>
            <ac:spMk id="94" creationId="{8BEB0997-CF6F-FC14-ADCD-6BF43E709B7A}"/>
          </ac:spMkLst>
        </pc:spChg>
        <pc:picChg chg="add mod">
          <ac:chgData name="Vinícius Santos" userId="b9e9b16e7e0792b9" providerId="LiveId" clId="{16679A63-F8F9-4934-B4BB-D017D1DC6114}" dt="2024-02-11T10:11:19.956" v="1456"/>
          <ac:picMkLst>
            <pc:docMk/>
            <pc:sldMk cId="3838546040" sldId="272"/>
            <ac:picMk id="2" creationId="{188D1FE8-F50F-D891-E03F-26E7EE9718AE}"/>
          </ac:picMkLst>
        </pc:picChg>
        <pc:picChg chg="add mod">
          <ac:chgData name="Vinícius Santos" userId="b9e9b16e7e0792b9" providerId="LiveId" clId="{16679A63-F8F9-4934-B4BB-D017D1DC6114}" dt="2024-02-11T10:11:27.401" v="1457"/>
          <ac:picMkLst>
            <pc:docMk/>
            <pc:sldMk cId="3838546040" sldId="272"/>
            <ac:picMk id="4" creationId="{A543CEEE-9857-5693-E4C3-A211E5864443}"/>
          </ac:picMkLst>
        </pc:picChg>
        <pc:picChg chg="add mod">
          <ac:chgData name="Vinícius Santos" userId="b9e9b16e7e0792b9" providerId="LiveId" clId="{16679A63-F8F9-4934-B4BB-D017D1DC6114}" dt="2024-02-11T10:12:10.118" v="1462"/>
          <ac:picMkLst>
            <pc:docMk/>
            <pc:sldMk cId="3838546040" sldId="272"/>
            <ac:picMk id="5" creationId="{C668B37E-144E-E8E8-8882-6BCDD177AC5D}"/>
          </ac:picMkLst>
        </pc:picChg>
        <pc:picChg chg="del">
          <ac:chgData name="Vinícius Santos" userId="b9e9b16e7e0792b9" providerId="LiveId" clId="{16679A63-F8F9-4934-B4BB-D017D1DC6114}" dt="2024-02-11T10:11:02.026" v="1455" actId="478"/>
          <ac:picMkLst>
            <pc:docMk/>
            <pc:sldMk cId="3838546040" sldId="272"/>
            <ac:picMk id="7" creationId="{9B834CFF-E0CD-33A4-B250-34CCC8FF3E30}"/>
          </ac:picMkLst>
        </pc:picChg>
        <pc:picChg chg="add mod">
          <ac:chgData name="Vinícius Santos" userId="b9e9b16e7e0792b9" providerId="LiveId" clId="{16679A63-F8F9-4934-B4BB-D017D1DC6114}" dt="2024-02-11T10:12:10.118" v="1462"/>
          <ac:picMkLst>
            <pc:docMk/>
            <pc:sldMk cId="3838546040" sldId="272"/>
            <ac:picMk id="8" creationId="{216E3111-90F3-0A39-290B-49DA2060067B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11" creationId="{8367FA0F-4F6B-CF01-B4CB-7ABC24EA2325}"/>
          </ac:picMkLst>
        </pc:picChg>
        <pc:picChg chg="add mod">
          <ac:chgData name="Vinícius Santos" userId="b9e9b16e7e0792b9" providerId="LiveId" clId="{16679A63-F8F9-4934-B4BB-D017D1DC6114}" dt="2024-02-11T10:12:37.707" v="1465"/>
          <ac:picMkLst>
            <pc:docMk/>
            <pc:sldMk cId="3838546040" sldId="272"/>
            <ac:picMk id="14" creationId="{76629F03-3314-720C-77B9-910F48EAF411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15" creationId="{87B6B56E-88EA-B953-38AE-E2E6BA8B9BF5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19" creationId="{FAE287BD-EE76-CBDE-2CCE-127833DCF4D8}"/>
          </ac:picMkLst>
        </pc:picChg>
        <pc:picChg chg="add mod">
          <ac:chgData name="Vinícius Santos" userId="b9e9b16e7e0792b9" providerId="LiveId" clId="{16679A63-F8F9-4934-B4BB-D017D1DC6114}" dt="2024-02-11T10:12:37.707" v="1465"/>
          <ac:picMkLst>
            <pc:docMk/>
            <pc:sldMk cId="3838546040" sldId="272"/>
            <ac:picMk id="23" creationId="{7D512C16-D5D3-D00D-1C79-6CE0CCF36E75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26" creationId="{CF967F41-A9B3-AE9C-053F-44C4CB996C92}"/>
          </ac:picMkLst>
        </pc:picChg>
        <pc:picChg chg="add mod">
          <ac:chgData name="Vinícius Santos" userId="b9e9b16e7e0792b9" providerId="LiveId" clId="{16679A63-F8F9-4934-B4BB-D017D1DC6114}" dt="2024-02-11T10:12:37.707" v="1465"/>
          <ac:picMkLst>
            <pc:docMk/>
            <pc:sldMk cId="3838546040" sldId="272"/>
            <ac:picMk id="29" creationId="{3578678A-E79A-23A6-619F-63CFD9146CFC}"/>
          </ac:picMkLst>
        </pc:picChg>
        <pc:picChg chg="add mod">
          <ac:chgData name="Vinícius Santos" userId="b9e9b16e7e0792b9" providerId="LiveId" clId="{16679A63-F8F9-4934-B4BB-D017D1DC6114}" dt="2024-02-11T10:12:37.707" v="1465"/>
          <ac:picMkLst>
            <pc:docMk/>
            <pc:sldMk cId="3838546040" sldId="272"/>
            <ac:picMk id="30" creationId="{476393DE-6EFD-B66C-D9D2-737E1B772BE9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31" creationId="{A358DEEB-E16E-124F-49F6-BFC786202C85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35" creationId="{20803168-A151-45C4-86D7-56B3F206B8E3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36" creationId="{705D0D57-BD7F-17E0-3EC9-6B70BF7896FE}"/>
          </ac:picMkLst>
        </pc:picChg>
        <pc:picChg chg="add mod">
          <ac:chgData name="Vinícius Santos" userId="b9e9b16e7e0792b9" providerId="LiveId" clId="{16679A63-F8F9-4934-B4BB-D017D1DC6114}" dt="2024-02-11T10:13:48.347" v="1469"/>
          <ac:picMkLst>
            <pc:docMk/>
            <pc:sldMk cId="3838546040" sldId="272"/>
            <ac:picMk id="41" creationId="{15C6D415-48B8-7E3C-CE59-A0887F81A8F2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42" creationId="{E23F6975-C9AC-BBA7-A8ED-527B9CC23F4F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44" creationId="{07928030-22AA-6770-D591-2406D10A45A9}"/>
          </ac:picMkLst>
        </pc:picChg>
        <pc:picChg chg="add mod">
          <ac:chgData name="Vinícius Santos" userId="b9e9b16e7e0792b9" providerId="LiveId" clId="{16679A63-F8F9-4934-B4BB-D017D1DC6114}" dt="2024-02-11T10:13:48.347" v="1469"/>
          <ac:picMkLst>
            <pc:docMk/>
            <pc:sldMk cId="3838546040" sldId="272"/>
            <ac:picMk id="45" creationId="{701B3324-8174-E8CD-3954-B3CE1BDEE822}"/>
          </ac:picMkLst>
        </pc:picChg>
        <pc:picChg chg="add mod">
          <ac:chgData name="Vinícius Santos" userId="b9e9b16e7e0792b9" providerId="LiveId" clId="{16679A63-F8F9-4934-B4BB-D017D1DC6114}" dt="2024-02-11T10:15:50.542" v="1484"/>
          <ac:picMkLst>
            <pc:docMk/>
            <pc:sldMk cId="3838546040" sldId="272"/>
            <ac:picMk id="50" creationId="{4C3EF4E5-2AB5-23DB-A900-2757E5A1731B}"/>
          </ac:picMkLst>
        </pc:picChg>
        <pc:picChg chg="del">
          <ac:chgData name="Vinícius Santos" userId="b9e9b16e7e0792b9" providerId="LiveId" clId="{16679A63-F8F9-4934-B4BB-D017D1DC6114}" dt="2024-02-11T10:10:57.275" v="1454" actId="478"/>
          <ac:picMkLst>
            <pc:docMk/>
            <pc:sldMk cId="3838546040" sldId="272"/>
            <ac:picMk id="56" creationId="{AFAED650-C91E-C0A3-605D-987E4CC10E8C}"/>
          </ac:picMkLst>
        </pc:picChg>
        <pc:picChg chg="add mod">
          <ac:chgData name="Vinícius Santos" userId="b9e9b16e7e0792b9" providerId="LiveId" clId="{16679A63-F8F9-4934-B4BB-D017D1DC6114}" dt="2024-02-11T10:16:12.359" v="1487"/>
          <ac:picMkLst>
            <pc:docMk/>
            <pc:sldMk cId="3838546040" sldId="272"/>
            <ac:picMk id="63" creationId="{2D8F1A97-BDF8-408C-2365-1BD11AD15C4B}"/>
          </ac:picMkLst>
        </pc:picChg>
        <pc:picChg chg="del">
          <ac:chgData name="Vinícius Santos" userId="b9e9b16e7e0792b9" providerId="LiveId" clId="{16679A63-F8F9-4934-B4BB-D017D1DC6114}" dt="2024-02-11T10:11:02.026" v="1455" actId="478"/>
          <ac:picMkLst>
            <pc:docMk/>
            <pc:sldMk cId="3838546040" sldId="272"/>
            <ac:picMk id="72" creationId="{E0217A09-2146-BBB2-A392-1278DEC7917B}"/>
          </ac:picMkLst>
        </pc:picChg>
        <pc:picChg chg="add mod">
          <ac:chgData name="Vinícius Santos" userId="b9e9b16e7e0792b9" providerId="LiveId" clId="{16679A63-F8F9-4934-B4BB-D017D1DC6114}" dt="2024-02-11T10:17:11.425" v="1493"/>
          <ac:picMkLst>
            <pc:docMk/>
            <pc:sldMk cId="3838546040" sldId="272"/>
            <ac:picMk id="76" creationId="{6C482713-9034-A0F8-883C-F1B054B2ED80}"/>
          </ac:picMkLst>
        </pc:picChg>
        <pc:cxnChg chg="add mod">
          <ac:chgData name="Vinícius Santos" userId="b9e9b16e7e0792b9" providerId="LiveId" clId="{16679A63-F8F9-4934-B4BB-D017D1DC6114}" dt="2024-02-11T10:11:19.956" v="1456"/>
          <ac:cxnSpMkLst>
            <pc:docMk/>
            <pc:sldMk cId="3838546040" sldId="272"/>
            <ac:cxnSpMk id="3" creationId="{E84AD1CC-12F9-5C54-5C57-117218FC1619}"/>
          </ac:cxnSpMkLst>
        </pc:cxnChg>
        <pc:cxnChg chg="add mod">
          <ac:chgData name="Vinícius Santos" userId="b9e9b16e7e0792b9" providerId="LiveId" clId="{16679A63-F8F9-4934-B4BB-D017D1DC6114}" dt="2024-02-11T10:12:10.118" v="1462"/>
          <ac:cxnSpMkLst>
            <pc:docMk/>
            <pc:sldMk cId="3838546040" sldId="272"/>
            <ac:cxnSpMk id="10" creationId="{0FF493F1-ED31-E6A9-0E8E-F8FBD4743B2C}"/>
          </ac:cxnSpMkLst>
        </pc:cxnChg>
        <pc:cxnChg chg="add mod">
          <ac:chgData name="Vinícius Santos" userId="b9e9b16e7e0792b9" providerId="LiveId" clId="{16679A63-F8F9-4934-B4BB-D017D1DC6114}" dt="2024-02-11T10:12:10.118" v="1462"/>
          <ac:cxnSpMkLst>
            <pc:docMk/>
            <pc:sldMk cId="3838546040" sldId="272"/>
            <ac:cxnSpMk id="12" creationId="{90B452B2-2F5C-B3D7-C304-686977A9586D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13" creationId="{C227AFCC-A49E-17D4-6757-FC6737B842EF}"/>
          </ac:cxnSpMkLst>
        </pc:cxnChg>
        <pc:cxnChg chg="add mod">
          <ac:chgData name="Vinícius Santos" userId="b9e9b16e7e0792b9" providerId="LiveId" clId="{16679A63-F8F9-4934-B4BB-D017D1DC6114}" dt="2024-02-11T10:12:37.707" v="1465"/>
          <ac:cxnSpMkLst>
            <pc:docMk/>
            <pc:sldMk cId="3838546040" sldId="272"/>
            <ac:cxnSpMk id="21" creationId="{E7B62125-5F87-092C-B5F1-421CAF63A318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22" creationId="{D8F2DF80-4CB6-40D2-CD8B-0DFF10476C12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24" creationId="{F4F9CC73-2273-8D27-BBB5-2B9CE2739E06}"/>
          </ac:cxnSpMkLst>
        </pc:cxnChg>
        <pc:cxnChg chg="add mod">
          <ac:chgData name="Vinícius Santos" userId="b9e9b16e7e0792b9" providerId="LiveId" clId="{16679A63-F8F9-4934-B4BB-D017D1DC6114}" dt="2024-02-11T10:12:37.707" v="1465"/>
          <ac:cxnSpMkLst>
            <pc:docMk/>
            <pc:sldMk cId="3838546040" sldId="272"/>
            <ac:cxnSpMk id="25" creationId="{3A6F85F7-6B82-2C9E-2558-154217B6DD99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28" creationId="{58975E33-1B64-61B9-52BF-F606E17DFBB5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32" creationId="{457750BD-B450-F04C-99B5-B718AFA8EA56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37" creationId="{D211568A-7CB6-0D27-799D-0A423DB29A25}"/>
          </ac:cxnSpMkLst>
        </pc:cxnChg>
        <pc:cxnChg chg="add mod">
          <ac:chgData name="Vinícius Santos" userId="b9e9b16e7e0792b9" providerId="LiveId" clId="{16679A63-F8F9-4934-B4BB-D017D1DC6114}" dt="2024-02-11T10:13:09.831" v="1468"/>
          <ac:cxnSpMkLst>
            <pc:docMk/>
            <pc:sldMk cId="3838546040" sldId="272"/>
            <ac:cxnSpMk id="39" creationId="{BE5CCB32-45EC-786F-BF79-720846C9E78B}"/>
          </ac:cxnSpMkLst>
        </pc:cxnChg>
        <pc:cxnChg chg="add mod">
          <ac:chgData name="Vinícius Santos" userId="b9e9b16e7e0792b9" providerId="LiveId" clId="{16679A63-F8F9-4934-B4BB-D017D1DC6114}" dt="2024-02-11T10:13:09.831" v="1468"/>
          <ac:cxnSpMkLst>
            <pc:docMk/>
            <pc:sldMk cId="3838546040" sldId="272"/>
            <ac:cxnSpMk id="40" creationId="{327553CF-92E2-BFDF-9A9B-29ED82814071}"/>
          </ac:cxnSpMkLst>
        </pc:cxnChg>
        <pc:cxnChg chg="add mod">
          <ac:chgData name="Vinícius Santos" userId="b9e9b16e7e0792b9" providerId="LiveId" clId="{16679A63-F8F9-4934-B4BB-D017D1DC6114}" dt="2024-02-11T10:13:48.347" v="1469"/>
          <ac:cxnSpMkLst>
            <pc:docMk/>
            <pc:sldMk cId="3838546040" sldId="272"/>
            <ac:cxnSpMk id="43" creationId="{5D15AB9F-36D4-B8E3-FC7F-82ED008AE795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46" creationId="{66DDCD49-1B88-C8A0-2C80-3626C30F1B26}"/>
          </ac:cxnSpMkLst>
        </pc:cxnChg>
        <pc:cxnChg chg="add mod">
          <ac:chgData name="Vinícius Santos" userId="b9e9b16e7e0792b9" providerId="LiveId" clId="{16679A63-F8F9-4934-B4BB-D017D1DC6114}" dt="2024-02-11T10:14:15.486" v="1473"/>
          <ac:cxnSpMkLst>
            <pc:docMk/>
            <pc:sldMk cId="3838546040" sldId="272"/>
            <ac:cxnSpMk id="47" creationId="{F1C06A19-EE0F-0E7A-E6CC-0AF98D7D5AEA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48" creationId="{DFFBEF8B-2C8F-9C0D-4A9B-19A89DAABCB5}"/>
          </ac:cxnSpMkLst>
        </pc:cxnChg>
        <pc:cxnChg chg="add mod">
          <ac:chgData name="Vinícius Santos" userId="b9e9b16e7e0792b9" providerId="LiveId" clId="{16679A63-F8F9-4934-B4BB-D017D1DC6114}" dt="2024-02-11T10:14:58.873" v="1479" actId="1076"/>
          <ac:cxnSpMkLst>
            <pc:docMk/>
            <pc:sldMk cId="3838546040" sldId="272"/>
            <ac:cxnSpMk id="49" creationId="{A834578A-7DF2-86DC-8969-8C6B500A7B03}"/>
          </ac:cxnSpMkLst>
        </pc:cxnChg>
        <pc:cxnChg chg="add mod">
          <ac:chgData name="Vinícius Santos" userId="b9e9b16e7e0792b9" providerId="LiveId" clId="{16679A63-F8F9-4934-B4BB-D017D1DC6114}" dt="2024-02-11T10:15:50.542" v="1484"/>
          <ac:cxnSpMkLst>
            <pc:docMk/>
            <pc:sldMk cId="3838546040" sldId="272"/>
            <ac:cxnSpMk id="51" creationId="{C3805E80-C153-01A5-9F89-FF9ABCF594AA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52" creationId="{6F8797D3-8A6E-8F64-AF37-C39EC87B725E}"/>
          </ac:cxnSpMkLst>
        </pc:cxnChg>
        <pc:cxnChg chg="add mod">
          <ac:chgData name="Vinícius Santos" userId="b9e9b16e7e0792b9" providerId="LiveId" clId="{16679A63-F8F9-4934-B4BB-D017D1DC6114}" dt="2024-02-11T10:15:57.497" v="1486" actId="14100"/>
          <ac:cxnSpMkLst>
            <pc:docMk/>
            <pc:sldMk cId="3838546040" sldId="272"/>
            <ac:cxnSpMk id="53" creationId="{99F2597E-692E-0425-BAB9-B3DB21F342C4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54" creationId="{81BFF126-68ED-6656-384D-7323B41C10DB}"/>
          </ac:cxnSpMkLst>
        </pc:cxnChg>
        <pc:cxnChg chg="add mod">
          <ac:chgData name="Vinícius Santos" userId="b9e9b16e7e0792b9" providerId="LiveId" clId="{16679A63-F8F9-4934-B4BB-D017D1DC6114}" dt="2024-02-11T10:15:50.542" v="1484"/>
          <ac:cxnSpMkLst>
            <pc:docMk/>
            <pc:sldMk cId="3838546040" sldId="272"/>
            <ac:cxnSpMk id="55" creationId="{15CB005B-8F98-3A0F-B2C9-4AA238840F9B}"/>
          </ac:cxnSpMkLst>
        </pc:cxnChg>
        <pc:cxnChg chg="add mod">
          <ac:chgData name="Vinícius Santos" userId="b9e9b16e7e0792b9" providerId="LiveId" clId="{16679A63-F8F9-4934-B4BB-D017D1DC6114}" dt="2024-02-11T10:15:50.542" v="1484"/>
          <ac:cxnSpMkLst>
            <pc:docMk/>
            <pc:sldMk cId="3838546040" sldId="272"/>
            <ac:cxnSpMk id="58" creationId="{647EF0AA-8E02-2D12-AD31-05440E27C9B0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59" creationId="{A2EBBFDF-1858-5BF6-54F0-4020467545B1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60" creationId="{ACD83A04-1534-3F12-05C2-E0A89EE635E1}"/>
          </ac:cxnSpMkLst>
        </pc:cxnChg>
        <pc:cxnChg chg="add mod">
          <ac:chgData name="Vinícius Santos" userId="b9e9b16e7e0792b9" providerId="LiveId" clId="{16679A63-F8F9-4934-B4BB-D017D1DC6114}" dt="2024-02-11T10:15:50.542" v="1484"/>
          <ac:cxnSpMkLst>
            <pc:docMk/>
            <pc:sldMk cId="3838546040" sldId="272"/>
            <ac:cxnSpMk id="61" creationId="{F7E1B861-6295-917A-FB99-08C270EF3F67}"/>
          </ac:cxnSpMkLst>
        </pc:cxnChg>
        <pc:cxnChg chg="add 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64" creationId="{339D101E-46D0-015B-02E6-21BB120A2CB5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66" creationId="{D29EB2A0-6062-559C-B7F5-26E45307FE01}"/>
          </ac:cxnSpMkLst>
        </pc:cxnChg>
        <pc:cxnChg chg="add mod">
          <ac:chgData name="Vinícius Santos" userId="b9e9b16e7e0792b9" providerId="LiveId" clId="{16679A63-F8F9-4934-B4BB-D017D1DC6114}" dt="2024-02-11T10:16:12.359" v="1487"/>
          <ac:cxnSpMkLst>
            <pc:docMk/>
            <pc:sldMk cId="3838546040" sldId="272"/>
            <ac:cxnSpMk id="67" creationId="{CB1632F3-1D4E-0D62-D657-4C99FA619FB5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68" creationId="{8866E77E-CF9D-5B70-A1BB-31B389280F2D}"/>
          </ac:cxnSpMkLst>
        </pc:cxnChg>
        <pc:cxnChg chg="add mod">
          <ac:chgData name="Vinícius Santos" userId="b9e9b16e7e0792b9" providerId="LiveId" clId="{16679A63-F8F9-4934-B4BB-D017D1DC6114}" dt="2024-02-11T10:16:12.359" v="1487"/>
          <ac:cxnSpMkLst>
            <pc:docMk/>
            <pc:sldMk cId="3838546040" sldId="272"/>
            <ac:cxnSpMk id="69" creationId="{C396E869-F83F-3B9E-98AF-F82F23605F32}"/>
          </ac:cxnSpMkLst>
        </pc:cxnChg>
        <pc:cxnChg chg="add mod">
          <ac:chgData name="Vinícius Santos" userId="b9e9b16e7e0792b9" providerId="LiveId" clId="{16679A63-F8F9-4934-B4BB-D017D1DC6114}" dt="2024-02-11T10:16:12.359" v="1487"/>
          <ac:cxnSpMkLst>
            <pc:docMk/>
            <pc:sldMk cId="3838546040" sldId="272"/>
            <ac:cxnSpMk id="70" creationId="{2471B190-5E20-9E0C-CBBB-A8E73AB8EB55}"/>
          </ac:cxnSpMkLst>
        </pc:cxnChg>
        <pc:cxnChg chg="add mod">
          <ac:chgData name="Vinícius Santos" userId="b9e9b16e7e0792b9" providerId="LiveId" clId="{16679A63-F8F9-4934-B4BB-D017D1DC6114}" dt="2024-02-11T10:16:12.359" v="1487"/>
          <ac:cxnSpMkLst>
            <pc:docMk/>
            <pc:sldMk cId="3838546040" sldId="272"/>
            <ac:cxnSpMk id="71" creationId="{AE3F71CB-E41D-8643-725A-814D73B67C74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74" creationId="{7F85B9B4-8271-C69A-245F-6D0CD5162476}"/>
          </ac:cxnSpMkLst>
        </pc:cxnChg>
        <pc:cxnChg chg="add mod">
          <ac:chgData name="Vinícius Santos" userId="b9e9b16e7e0792b9" providerId="LiveId" clId="{16679A63-F8F9-4934-B4BB-D017D1DC6114}" dt="2024-02-11T10:16:12.359" v="1487"/>
          <ac:cxnSpMkLst>
            <pc:docMk/>
            <pc:sldMk cId="3838546040" sldId="272"/>
            <ac:cxnSpMk id="75" creationId="{615E0FF1-93EE-C527-016F-E2702E7BD989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77" creationId="{0617C499-0A52-5495-ECDF-7C4C1363031C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78" creationId="{E23AF7AB-E72C-A105-047E-76F52044A442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79" creationId="{FF5D88D8-5C45-2AF8-325A-640D7F5E5511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80" creationId="{49EE0598-670B-C751-380A-C807E0A54404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81" creationId="{F73FECBE-9477-984C-810D-3010C8BFE2EB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82" creationId="{676130C2-E081-7DD8-FC75-C476B0491B2E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83" creationId="{78C92E7D-2E5A-D2E9-1B19-D2903B3DD957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84" creationId="{1732F43B-573B-6FBC-8BFE-981FEFD6E05F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85" creationId="{E0EEE654-CCFD-B834-E3F5-C873AAB2A759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86" creationId="{B312D407-04CE-6CCF-6866-1A139F894C8A}"/>
          </ac:cxnSpMkLst>
        </pc:cxnChg>
        <pc:cxnChg chg="add mod">
          <ac:chgData name="Vinícius Santos" userId="b9e9b16e7e0792b9" providerId="LiveId" clId="{16679A63-F8F9-4934-B4BB-D017D1DC6114}" dt="2024-02-11T10:17:11.425" v="1493"/>
          <ac:cxnSpMkLst>
            <pc:docMk/>
            <pc:sldMk cId="3838546040" sldId="272"/>
            <ac:cxnSpMk id="87" creationId="{7EBC0C10-BBFC-4912-E3B7-F76B4FCF7AC6}"/>
          </ac:cxnSpMkLst>
        </pc:cxnChg>
        <pc:cxnChg chg="del mod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88" creationId="{F2FD20F3-97F1-17AE-AC24-4619820E4F9A}"/>
          </ac:cxnSpMkLst>
        </pc:cxnChg>
        <pc:cxnChg chg="del">
          <ac:chgData name="Vinícius Santos" userId="b9e9b16e7e0792b9" providerId="LiveId" clId="{16679A63-F8F9-4934-B4BB-D017D1DC6114}" dt="2024-02-11T10:10:57.275" v="1454" actId="478"/>
          <ac:cxnSpMkLst>
            <pc:docMk/>
            <pc:sldMk cId="3838546040" sldId="272"/>
            <ac:cxnSpMk id="91" creationId="{57B69840-8482-ED26-A389-308C98BC3533}"/>
          </ac:cxnSpMkLst>
        </pc:cxnChg>
      </pc:sldChg>
      <pc:sldChg chg="add del">
        <pc:chgData name="Vinícius Santos" userId="b9e9b16e7e0792b9" providerId="LiveId" clId="{16679A63-F8F9-4934-B4BB-D017D1DC6114}" dt="2024-02-03T13:20:52.920" v="1331" actId="2890"/>
        <pc:sldMkLst>
          <pc:docMk/>
          <pc:sldMk cId="3990461077" sldId="272"/>
        </pc:sldMkLst>
      </pc:sldChg>
      <pc:sldChg chg="add">
        <pc:chgData name="Vinícius Santos" userId="b9e9b16e7e0792b9" providerId="LiveId" clId="{16679A63-F8F9-4934-B4BB-D017D1DC6114}" dt="2024-02-11T10:23:14.437" v="1500" actId="2890"/>
        <pc:sldMkLst>
          <pc:docMk/>
          <pc:sldMk cId="1304256650" sldId="273"/>
        </pc:sldMkLst>
      </pc:sldChg>
      <pc:sldChg chg="add del">
        <pc:chgData name="Vinícius Santos" userId="b9e9b16e7e0792b9" providerId="LiveId" clId="{16679A63-F8F9-4934-B4BB-D017D1DC6114}" dt="2024-02-11T10:17:31.211" v="1498" actId="2696"/>
        <pc:sldMkLst>
          <pc:docMk/>
          <pc:sldMk cId="2662999012" sldId="273"/>
        </pc:sldMkLst>
      </pc:sldChg>
      <pc:sldChg chg="addSp modSp new mod">
        <pc:chgData name="Vinícius Santos" userId="b9e9b16e7e0792b9" providerId="LiveId" clId="{16679A63-F8F9-4934-B4BB-D017D1DC6114}" dt="2024-02-19T00:38:17.207" v="2561" actId="20577"/>
        <pc:sldMkLst>
          <pc:docMk/>
          <pc:sldMk cId="2724795437" sldId="274"/>
        </pc:sldMkLst>
        <pc:spChg chg="mod">
          <ac:chgData name="Vinícius Santos" userId="b9e9b16e7e0792b9" providerId="LiveId" clId="{16679A63-F8F9-4934-B4BB-D017D1DC6114}" dt="2024-02-19T00:32:29.109" v="1673" actId="20577"/>
          <ac:spMkLst>
            <pc:docMk/>
            <pc:sldMk cId="2724795437" sldId="274"/>
            <ac:spMk id="2" creationId="{EB3D7FDA-80AE-B87A-8128-3627EA2D6F7A}"/>
          </ac:spMkLst>
        </pc:spChg>
        <pc:spChg chg="mod">
          <ac:chgData name="Vinícius Santos" userId="b9e9b16e7e0792b9" providerId="LiveId" clId="{16679A63-F8F9-4934-B4BB-D017D1DC6114}" dt="2024-02-19T00:35:19.129" v="2092" actId="1076"/>
          <ac:spMkLst>
            <pc:docMk/>
            <pc:sldMk cId="2724795437" sldId="274"/>
            <ac:spMk id="3" creationId="{06712A31-A705-F6A2-57D2-16F9F14AB7A5}"/>
          </ac:spMkLst>
        </pc:spChg>
        <pc:spChg chg="add mod">
          <ac:chgData name="Vinícius Santos" userId="b9e9b16e7e0792b9" providerId="LiveId" clId="{16679A63-F8F9-4934-B4BB-D017D1DC6114}" dt="2024-02-19T00:38:17.207" v="2561" actId="20577"/>
          <ac:spMkLst>
            <pc:docMk/>
            <pc:sldMk cId="2724795437" sldId="274"/>
            <ac:spMk id="4" creationId="{EC9B6429-80EC-85C8-850C-E00394677508}"/>
          </ac:spMkLst>
        </pc:spChg>
      </pc:sldChg>
      <pc:sldChg chg="addSp modSp new mod">
        <pc:chgData name="Vinícius Santos" userId="b9e9b16e7e0792b9" providerId="LiveId" clId="{16679A63-F8F9-4934-B4BB-D017D1DC6114}" dt="2024-02-19T00:53:59.914" v="2893" actId="20577"/>
        <pc:sldMkLst>
          <pc:docMk/>
          <pc:sldMk cId="1486354476" sldId="275"/>
        </pc:sldMkLst>
        <pc:spChg chg="mod">
          <ac:chgData name="Vinícius Santos" userId="b9e9b16e7e0792b9" providerId="LiveId" clId="{16679A63-F8F9-4934-B4BB-D017D1DC6114}" dt="2024-02-19T00:50:04.522" v="2601" actId="20577"/>
          <ac:spMkLst>
            <pc:docMk/>
            <pc:sldMk cId="1486354476" sldId="275"/>
            <ac:spMk id="2" creationId="{97185197-73BD-C1D4-ED7F-F25FBBCD0283}"/>
          </ac:spMkLst>
        </pc:spChg>
        <pc:spChg chg="mod">
          <ac:chgData name="Vinícius Santos" userId="b9e9b16e7e0792b9" providerId="LiveId" clId="{16679A63-F8F9-4934-B4BB-D017D1DC6114}" dt="2024-02-19T00:53:01.481" v="2837" actId="20577"/>
          <ac:spMkLst>
            <pc:docMk/>
            <pc:sldMk cId="1486354476" sldId="275"/>
            <ac:spMk id="3" creationId="{366B593B-EB62-656E-95AF-43AE7EB1963D}"/>
          </ac:spMkLst>
        </pc:spChg>
        <pc:spChg chg="add mod">
          <ac:chgData name="Vinícius Santos" userId="b9e9b16e7e0792b9" providerId="LiveId" clId="{16679A63-F8F9-4934-B4BB-D017D1DC6114}" dt="2024-02-19T00:53:59.914" v="2893" actId="20577"/>
          <ac:spMkLst>
            <pc:docMk/>
            <pc:sldMk cId="1486354476" sldId="275"/>
            <ac:spMk id="4" creationId="{1A2F8543-90BD-CA94-E538-97149B7E5A6B}"/>
          </ac:spMkLst>
        </pc:spChg>
      </pc:sldChg>
    </pc:docChg>
  </pc:docChgLst>
  <pc:docChgLst>
    <pc:chgData name="Vinícius Santos" userId="b9e9b16e7e0792b9" providerId="LiveId" clId="{B3E8DA3E-A063-4A67-947D-FDD889599978}"/>
    <pc:docChg chg="undo custSel addSld delSld modSld">
      <pc:chgData name="Vinícius Santos" userId="b9e9b16e7e0792b9" providerId="LiveId" clId="{B3E8DA3E-A063-4A67-947D-FDD889599978}" dt="2024-01-31T09:53:30.845" v="277"/>
      <pc:docMkLst>
        <pc:docMk/>
      </pc:docMkLst>
      <pc:sldChg chg="delSp mod">
        <pc:chgData name="Vinícius Santos" userId="b9e9b16e7e0792b9" providerId="LiveId" clId="{B3E8DA3E-A063-4A67-947D-FDD889599978}" dt="2024-01-27T14:01:27.753" v="1" actId="478"/>
        <pc:sldMkLst>
          <pc:docMk/>
          <pc:sldMk cId="3463755251" sldId="261"/>
        </pc:sldMkLst>
        <pc:spChg chg="del">
          <ac:chgData name="Vinícius Santos" userId="b9e9b16e7e0792b9" providerId="LiveId" clId="{B3E8DA3E-A063-4A67-947D-FDD889599978}" dt="2024-01-27T14:01:25.348" v="0" actId="478"/>
          <ac:spMkLst>
            <pc:docMk/>
            <pc:sldMk cId="3463755251" sldId="261"/>
            <ac:spMk id="41" creationId="{D515586E-0BDD-5C78-9CD2-7EFC11043C9B}"/>
          </ac:spMkLst>
        </pc:spChg>
        <pc:cxnChg chg="del">
          <ac:chgData name="Vinícius Santos" userId="b9e9b16e7e0792b9" providerId="LiveId" clId="{B3E8DA3E-A063-4A67-947D-FDD889599978}" dt="2024-01-27T14:01:27.753" v="1" actId="478"/>
          <ac:cxnSpMkLst>
            <pc:docMk/>
            <pc:sldMk cId="3463755251" sldId="261"/>
            <ac:cxnSpMk id="45" creationId="{69239603-D799-80E7-92F7-50A4AD43A6DE}"/>
          </ac:cxnSpMkLst>
        </pc:cxnChg>
      </pc:sldChg>
      <pc:sldChg chg="addSp delSp modSp">
        <pc:chgData name="Vinícius Santos" userId="b9e9b16e7e0792b9" providerId="LiveId" clId="{B3E8DA3E-A063-4A67-947D-FDD889599978}" dt="2024-01-31T09:53:30.845" v="277"/>
        <pc:sldMkLst>
          <pc:docMk/>
          <pc:sldMk cId="3835379098" sldId="263"/>
        </pc:sldMkLst>
        <pc:picChg chg="add del">
          <ac:chgData name="Vinícius Santos" userId="b9e9b16e7e0792b9" providerId="LiveId" clId="{B3E8DA3E-A063-4A67-947D-FDD889599978}" dt="2024-01-31T09:52:25.149" v="265" actId="478"/>
          <ac:picMkLst>
            <pc:docMk/>
            <pc:sldMk cId="3835379098" sldId="263"/>
            <ac:picMk id="1026" creationId="{EEF8B287-D115-1B74-EB29-9B71D66C3BC2}"/>
          </ac:picMkLst>
        </pc:picChg>
        <pc:picChg chg="add del mod">
          <ac:chgData name="Vinícius Santos" userId="b9e9b16e7e0792b9" providerId="LiveId" clId="{B3E8DA3E-A063-4A67-947D-FDD889599978}" dt="2024-01-31T09:53:20.361" v="274" actId="478"/>
          <ac:picMkLst>
            <pc:docMk/>
            <pc:sldMk cId="3835379098" sldId="263"/>
            <ac:picMk id="1028" creationId="{EC829E3B-9A09-4146-96D8-F1546668B839}"/>
          </ac:picMkLst>
        </pc:picChg>
        <pc:picChg chg="add del">
          <ac:chgData name="Vinícius Santos" userId="b9e9b16e7e0792b9" providerId="LiveId" clId="{B3E8DA3E-A063-4A67-947D-FDD889599978}" dt="2024-01-31T09:53:23.380" v="276" actId="478"/>
          <ac:picMkLst>
            <pc:docMk/>
            <pc:sldMk cId="3835379098" sldId="263"/>
            <ac:picMk id="1030" creationId="{C81FDE66-6634-479C-321A-6400FDF45272}"/>
          </ac:picMkLst>
        </pc:picChg>
        <pc:picChg chg="add">
          <ac:chgData name="Vinícius Santos" userId="b9e9b16e7e0792b9" providerId="LiveId" clId="{B3E8DA3E-A063-4A67-947D-FDD889599978}" dt="2024-01-31T09:53:30.845" v="277"/>
          <ac:picMkLst>
            <pc:docMk/>
            <pc:sldMk cId="3835379098" sldId="263"/>
            <ac:picMk id="1032" creationId="{2DD0AAFC-06FC-F806-3672-DBFF7192F32F}"/>
          </ac:picMkLst>
        </pc:picChg>
      </pc:sldChg>
      <pc:sldChg chg="addSp delSp modSp add del mod">
        <pc:chgData name="Vinícius Santos" userId="b9e9b16e7e0792b9" providerId="LiveId" clId="{B3E8DA3E-A063-4A67-947D-FDD889599978}" dt="2024-01-27T14:10:08.285" v="198" actId="2696"/>
        <pc:sldMkLst>
          <pc:docMk/>
          <pc:sldMk cId="50046807" sldId="264"/>
        </pc:sldMkLst>
        <pc:spChg chg="mod">
          <ac:chgData name="Vinícius Santos" userId="b9e9b16e7e0792b9" providerId="LiveId" clId="{B3E8DA3E-A063-4A67-947D-FDD889599978}" dt="2024-01-27T14:06:43.827" v="192" actId="14100"/>
          <ac:spMkLst>
            <pc:docMk/>
            <pc:sldMk cId="50046807" sldId="264"/>
            <ac:spMk id="4" creationId="{42AE63FE-0EB5-DC07-D5E2-D639B54CE67E}"/>
          </ac:spMkLst>
        </pc:spChg>
        <pc:spChg chg="mod">
          <ac:chgData name="Vinícius Santos" userId="b9e9b16e7e0792b9" providerId="LiveId" clId="{B3E8DA3E-A063-4A67-947D-FDD889599978}" dt="2024-01-27T14:03:52.321" v="137" actId="12789"/>
          <ac:spMkLst>
            <pc:docMk/>
            <pc:sldMk cId="50046807" sldId="264"/>
            <ac:spMk id="5" creationId="{D10FD254-B582-FA22-D69E-5C34C1916E33}"/>
          </ac:spMkLst>
        </pc:spChg>
        <pc:spChg chg="mod">
          <ac:chgData name="Vinícius Santos" userId="b9e9b16e7e0792b9" providerId="LiveId" clId="{B3E8DA3E-A063-4A67-947D-FDD889599978}" dt="2024-01-27T14:03:52.321" v="137" actId="12789"/>
          <ac:spMkLst>
            <pc:docMk/>
            <pc:sldMk cId="50046807" sldId="264"/>
            <ac:spMk id="6" creationId="{64E3AB27-822E-118A-AA1E-581ECACE23F5}"/>
          </ac:spMkLst>
        </pc:spChg>
        <pc:spChg chg="mod">
          <ac:chgData name="Vinícius Santos" userId="b9e9b16e7e0792b9" providerId="LiveId" clId="{B3E8DA3E-A063-4A67-947D-FDD889599978}" dt="2024-01-27T14:03:52.321" v="137" actId="12789"/>
          <ac:spMkLst>
            <pc:docMk/>
            <pc:sldMk cId="50046807" sldId="264"/>
            <ac:spMk id="7" creationId="{CDE718D8-8C42-73A6-B8C9-5649715031BA}"/>
          </ac:spMkLst>
        </pc:spChg>
        <pc:spChg chg="mod">
          <ac:chgData name="Vinícius Santos" userId="b9e9b16e7e0792b9" providerId="LiveId" clId="{B3E8DA3E-A063-4A67-947D-FDD889599978}" dt="2024-01-27T14:03:52.321" v="137" actId="12789"/>
          <ac:spMkLst>
            <pc:docMk/>
            <pc:sldMk cId="50046807" sldId="264"/>
            <ac:spMk id="8" creationId="{7C914B24-4E51-6E4A-E872-45AF623BAE31}"/>
          </ac:spMkLst>
        </pc:spChg>
        <pc:spChg chg="mod">
          <ac:chgData name="Vinícius Santos" userId="b9e9b16e7e0792b9" providerId="LiveId" clId="{B3E8DA3E-A063-4A67-947D-FDD889599978}" dt="2024-01-27T14:03:52.321" v="137" actId="12789"/>
          <ac:spMkLst>
            <pc:docMk/>
            <pc:sldMk cId="50046807" sldId="264"/>
            <ac:spMk id="9" creationId="{539675F4-B19B-07C4-23FD-8D85D3CE8D2C}"/>
          </ac:spMkLst>
        </pc:spChg>
        <pc:spChg chg="mod">
          <ac:chgData name="Vinícius Santos" userId="b9e9b16e7e0792b9" providerId="LiveId" clId="{B3E8DA3E-A063-4A67-947D-FDD889599978}" dt="2024-01-27T14:04:10.161" v="139" actId="12789"/>
          <ac:spMkLst>
            <pc:docMk/>
            <pc:sldMk cId="50046807" sldId="264"/>
            <ac:spMk id="10" creationId="{9F7BD504-456F-5D27-281F-41BDC83F1360}"/>
          </ac:spMkLst>
        </pc:spChg>
        <pc:spChg chg="mod">
          <ac:chgData name="Vinícius Santos" userId="b9e9b16e7e0792b9" providerId="LiveId" clId="{B3E8DA3E-A063-4A67-947D-FDD889599978}" dt="2024-01-27T14:04:10.161" v="139" actId="12789"/>
          <ac:spMkLst>
            <pc:docMk/>
            <pc:sldMk cId="50046807" sldId="264"/>
            <ac:spMk id="11" creationId="{76DAD792-FF1D-3796-F92A-5840E6FDDA6A}"/>
          </ac:spMkLst>
        </pc:spChg>
        <pc:spChg chg="mod">
          <ac:chgData name="Vinícius Santos" userId="b9e9b16e7e0792b9" providerId="LiveId" clId="{B3E8DA3E-A063-4A67-947D-FDD889599978}" dt="2024-01-27T14:04:10.161" v="139" actId="12789"/>
          <ac:spMkLst>
            <pc:docMk/>
            <pc:sldMk cId="50046807" sldId="264"/>
            <ac:spMk id="12" creationId="{A058903C-95B8-EE2F-C2C0-66329E0F0956}"/>
          </ac:spMkLst>
        </pc:spChg>
        <pc:spChg chg="mod">
          <ac:chgData name="Vinícius Santos" userId="b9e9b16e7e0792b9" providerId="LiveId" clId="{B3E8DA3E-A063-4A67-947D-FDD889599978}" dt="2024-01-27T14:04:10.161" v="139" actId="12789"/>
          <ac:spMkLst>
            <pc:docMk/>
            <pc:sldMk cId="50046807" sldId="264"/>
            <ac:spMk id="13" creationId="{26B74870-A65C-35C2-602F-66A69FBFDDC5}"/>
          </ac:spMkLst>
        </pc:spChg>
        <pc:spChg chg="mod">
          <ac:chgData name="Vinícius Santos" userId="b9e9b16e7e0792b9" providerId="LiveId" clId="{B3E8DA3E-A063-4A67-947D-FDD889599978}" dt="2024-01-27T14:04:10.161" v="139" actId="12789"/>
          <ac:spMkLst>
            <pc:docMk/>
            <pc:sldMk cId="50046807" sldId="264"/>
            <ac:spMk id="14" creationId="{F7209E36-85DB-0778-C167-0919FC2AD3B1}"/>
          </ac:spMkLst>
        </pc:spChg>
        <pc:spChg chg="mod">
          <ac:chgData name="Vinícius Santos" userId="b9e9b16e7e0792b9" providerId="LiveId" clId="{B3E8DA3E-A063-4A67-947D-FDD889599978}" dt="2024-01-27T14:04:00.244" v="138" actId="12789"/>
          <ac:spMkLst>
            <pc:docMk/>
            <pc:sldMk cId="50046807" sldId="264"/>
            <ac:spMk id="15" creationId="{910CE25D-393F-85B8-B38B-2CB82AE10613}"/>
          </ac:spMkLst>
        </pc:spChg>
        <pc:spChg chg="mod">
          <ac:chgData name="Vinícius Santos" userId="b9e9b16e7e0792b9" providerId="LiveId" clId="{B3E8DA3E-A063-4A67-947D-FDD889599978}" dt="2024-01-27T14:04:00.244" v="138" actId="12789"/>
          <ac:spMkLst>
            <pc:docMk/>
            <pc:sldMk cId="50046807" sldId="264"/>
            <ac:spMk id="16" creationId="{1FA71817-E229-6260-846D-476884850A35}"/>
          </ac:spMkLst>
        </pc:spChg>
        <pc:spChg chg="mod">
          <ac:chgData name="Vinícius Santos" userId="b9e9b16e7e0792b9" providerId="LiveId" clId="{B3E8DA3E-A063-4A67-947D-FDD889599978}" dt="2024-01-27T14:04:00.244" v="138" actId="12789"/>
          <ac:spMkLst>
            <pc:docMk/>
            <pc:sldMk cId="50046807" sldId="264"/>
            <ac:spMk id="17" creationId="{47B18768-3FCD-349F-3B48-8088A240DEB5}"/>
          </ac:spMkLst>
        </pc:spChg>
        <pc:spChg chg="mod">
          <ac:chgData name="Vinícius Santos" userId="b9e9b16e7e0792b9" providerId="LiveId" clId="{B3E8DA3E-A063-4A67-947D-FDD889599978}" dt="2024-01-27T14:04:00.244" v="138" actId="12789"/>
          <ac:spMkLst>
            <pc:docMk/>
            <pc:sldMk cId="50046807" sldId="264"/>
            <ac:spMk id="18" creationId="{18704EAC-6327-55F3-DA56-4834C6755953}"/>
          </ac:spMkLst>
        </pc:spChg>
        <pc:spChg chg="mod">
          <ac:chgData name="Vinícius Santos" userId="b9e9b16e7e0792b9" providerId="LiveId" clId="{B3E8DA3E-A063-4A67-947D-FDD889599978}" dt="2024-01-27T14:04:00.244" v="138" actId="12789"/>
          <ac:spMkLst>
            <pc:docMk/>
            <pc:sldMk cId="50046807" sldId="264"/>
            <ac:spMk id="19" creationId="{5F296B54-F0F2-71B6-26DA-87C77981662C}"/>
          </ac:spMkLst>
        </pc:spChg>
        <pc:spChg chg="del">
          <ac:chgData name="Vinícius Santos" userId="b9e9b16e7e0792b9" providerId="LiveId" clId="{B3E8DA3E-A063-4A67-947D-FDD889599978}" dt="2024-01-27T14:02:34.967" v="22" actId="478"/>
          <ac:spMkLst>
            <pc:docMk/>
            <pc:sldMk cId="50046807" sldId="264"/>
            <ac:spMk id="20" creationId="{70EA04CB-B66A-E3C7-3DDF-CA32E533DB6B}"/>
          </ac:spMkLst>
        </pc:spChg>
        <pc:spChg chg="del">
          <ac:chgData name="Vinícius Santos" userId="b9e9b16e7e0792b9" providerId="LiveId" clId="{B3E8DA3E-A063-4A67-947D-FDD889599978}" dt="2024-01-27T14:02:34.391" v="21" actId="478"/>
          <ac:spMkLst>
            <pc:docMk/>
            <pc:sldMk cId="50046807" sldId="264"/>
            <ac:spMk id="21" creationId="{6982FA18-E984-2736-4A1F-B37E15A6B319}"/>
          </ac:spMkLst>
        </pc:spChg>
        <pc:spChg chg="del">
          <ac:chgData name="Vinícius Santos" userId="b9e9b16e7e0792b9" providerId="LiveId" clId="{B3E8DA3E-A063-4A67-947D-FDD889599978}" dt="2024-01-27T14:02:33.827" v="20" actId="478"/>
          <ac:spMkLst>
            <pc:docMk/>
            <pc:sldMk cId="50046807" sldId="264"/>
            <ac:spMk id="22" creationId="{999ECE68-4980-6036-AD2B-5F94CF9389E9}"/>
          </ac:spMkLst>
        </pc:spChg>
        <pc:spChg chg="del">
          <ac:chgData name="Vinícius Santos" userId="b9e9b16e7e0792b9" providerId="LiveId" clId="{B3E8DA3E-A063-4A67-947D-FDD889599978}" dt="2024-01-27T14:02:33.228" v="19" actId="478"/>
          <ac:spMkLst>
            <pc:docMk/>
            <pc:sldMk cId="50046807" sldId="264"/>
            <ac:spMk id="23" creationId="{8901491C-328A-2ECE-876F-0509C0C4D7D3}"/>
          </ac:spMkLst>
        </pc:spChg>
        <pc:spChg chg="del">
          <ac:chgData name="Vinícius Santos" userId="b9e9b16e7e0792b9" providerId="LiveId" clId="{B3E8DA3E-A063-4A67-947D-FDD889599978}" dt="2024-01-27T14:02:32.498" v="18" actId="478"/>
          <ac:spMkLst>
            <pc:docMk/>
            <pc:sldMk cId="50046807" sldId="264"/>
            <ac:spMk id="24" creationId="{9A1EB703-9B01-8A47-7DD1-42E0BEA6BD5F}"/>
          </ac:spMkLst>
        </pc:spChg>
        <pc:spChg chg="del mod">
          <ac:chgData name="Vinícius Santos" userId="b9e9b16e7e0792b9" providerId="LiveId" clId="{B3E8DA3E-A063-4A67-947D-FDD889599978}" dt="2024-01-27T14:03:25.873" v="73" actId="478"/>
          <ac:spMkLst>
            <pc:docMk/>
            <pc:sldMk cId="50046807" sldId="264"/>
            <ac:spMk id="28" creationId="{69E35F84-06A2-9F89-6817-2FABE9E37E49}"/>
          </ac:spMkLst>
        </pc:spChg>
        <pc:spChg chg="del mod">
          <ac:chgData name="Vinícius Santos" userId="b9e9b16e7e0792b9" providerId="LiveId" clId="{B3E8DA3E-A063-4A67-947D-FDD889599978}" dt="2024-01-27T14:03:26.795" v="74" actId="478"/>
          <ac:spMkLst>
            <pc:docMk/>
            <pc:sldMk cId="50046807" sldId="264"/>
            <ac:spMk id="29" creationId="{5B7E3904-CFF8-02D0-D71D-A76F25654C39}"/>
          </ac:spMkLst>
        </pc:spChg>
        <pc:spChg chg="del mod">
          <ac:chgData name="Vinícius Santos" userId="b9e9b16e7e0792b9" providerId="LiveId" clId="{B3E8DA3E-A063-4A67-947D-FDD889599978}" dt="2024-01-27T14:03:28.220" v="75" actId="478"/>
          <ac:spMkLst>
            <pc:docMk/>
            <pc:sldMk cId="50046807" sldId="264"/>
            <ac:spMk id="30" creationId="{B7CE417F-E39F-96D3-C00D-D352F99781CF}"/>
          </ac:spMkLst>
        </pc:spChg>
        <pc:spChg chg="del">
          <ac:chgData name="Vinícius Santos" userId="b9e9b16e7e0792b9" providerId="LiveId" clId="{B3E8DA3E-A063-4A67-947D-FDD889599978}" dt="2024-01-27T14:02:35.622" v="23" actId="478"/>
          <ac:spMkLst>
            <pc:docMk/>
            <pc:sldMk cId="50046807" sldId="264"/>
            <ac:spMk id="31" creationId="{CCE22041-AAF3-CDFC-0A6D-DC9A2B221397}"/>
          </ac:spMkLst>
        </pc:spChg>
        <pc:spChg chg="mod">
          <ac:chgData name="Vinícius Santos" userId="b9e9b16e7e0792b9" providerId="LiveId" clId="{B3E8DA3E-A063-4A67-947D-FDD889599978}" dt="2024-01-27T14:03:52.321" v="137" actId="12789"/>
          <ac:spMkLst>
            <pc:docMk/>
            <pc:sldMk cId="50046807" sldId="264"/>
            <ac:spMk id="32" creationId="{FBC68144-603A-B31B-0471-DCB2194B60BF}"/>
          </ac:spMkLst>
        </pc:spChg>
        <pc:spChg chg="mod">
          <ac:chgData name="Vinícius Santos" userId="b9e9b16e7e0792b9" providerId="LiveId" clId="{B3E8DA3E-A063-4A67-947D-FDD889599978}" dt="2024-01-27T14:04:10.161" v="139" actId="12789"/>
          <ac:spMkLst>
            <pc:docMk/>
            <pc:sldMk cId="50046807" sldId="264"/>
            <ac:spMk id="33" creationId="{E124F306-F31E-11D7-1A65-3A4D5AB6F685}"/>
          </ac:spMkLst>
        </pc:spChg>
        <pc:spChg chg="mod">
          <ac:chgData name="Vinícius Santos" userId="b9e9b16e7e0792b9" providerId="LiveId" clId="{B3E8DA3E-A063-4A67-947D-FDD889599978}" dt="2024-01-27T14:04:00.244" v="138" actId="12789"/>
          <ac:spMkLst>
            <pc:docMk/>
            <pc:sldMk cId="50046807" sldId="264"/>
            <ac:spMk id="34" creationId="{BACA2078-4439-14E8-70D4-531AF4641CD5}"/>
          </ac:spMkLst>
        </pc:spChg>
        <pc:spChg chg="del">
          <ac:chgData name="Vinícius Santos" userId="b9e9b16e7e0792b9" providerId="LiveId" clId="{B3E8DA3E-A063-4A67-947D-FDD889599978}" dt="2024-01-27T14:02:45.838" v="31" actId="478"/>
          <ac:spMkLst>
            <pc:docMk/>
            <pc:sldMk cId="50046807" sldId="264"/>
            <ac:spMk id="35" creationId="{7E87F970-829A-851F-71F5-D64067458983}"/>
          </ac:spMkLst>
        </pc:spChg>
        <pc:spChg chg="add del mod">
          <ac:chgData name="Vinícius Santos" userId="b9e9b16e7e0792b9" providerId="LiveId" clId="{B3E8DA3E-A063-4A67-947D-FDD889599978}" dt="2024-01-27T14:05:27.309" v="154" actId="478"/>
          <ac:spMkLst>
            <pc:docMk/>
            <pc:sldMk cId="50046807" sldId="264"/>
            <ac:spMk id="38" creationId="{A532E504-8856-A272-5F58-E063C391EF8B}"/>
          </ac:spMkLst>
        </pc:spChg>
        <pc:spChg chg="add mod">
          <ac:chgData name="Vinícius Santos" userId="b9e9b16e7e0792b9" providerId="LiveId" clId="{B3E8DA3E-A063-4A67-947D-FDD889599978}" dt="2024-01-27T14:06:05.413" v="173" actId="552"/>
          <ac:spMkLst>
            <pc:docMk/>
            <pc:sldMk cId="50046807" sldId="264"/>
            <ac:spMk id="40" creationId="{C3BFB82A-A09F-C928-31A5-7468AA5A3B9B}"/>
          </ac:spMkLst>
        </pc:spChg>
        <pc:spChg chg="add mod">
          <ac:chgData name="Vinícius Santos" userId="b9e9b16e7e0792b9" providerId="LiveId" clId="{B3E8DA3E-A063-4A67-947D-FDD889599978}" dt="2024-01-27T14:06:05.413" v="173" actId="552"/>
          <ac:spMkLst>
            <pc:docMk/>
            <pc:sldMk cId="50046807" sldId="264"/>
            <ac:spMk id="41" creationId="{D2A0D8ED-D256-21BF-6664-6D856B05B3B1}"/>
          </ac:spMkLst>
        </pc:spChg>
        <pc:spChg chg="add mod">
          <ac:chgData name="Vinícius Santos" userId="b9e9b16e7e0792b9" providerId="LiveId" clId="{B3E8DA3E-A063-4A67-947D-FDD889599978}" dt="2024-01-27T14:06:05.413" v="173" actId="552"/>
          <ac:spMkLst>
            <pc:docMk/>
            <pc:sldMk cId="50046807" sldId="264"/>
            <ac:spMk id="42" creationId="{934FD88A-3B3A-C64D-C036-AF816AFAF84D}"/>
          </ac:spMkLst>
        </pc:spChg>
        <pc:spChg chg="add mod">
          <ac:chgData name="Vinícius Santos" userId="b9e9b16e7e0792b9" providerId="LiveId" clId="{B3E8DA3E-A063-4A67-947D-FDD889599978}" dt="2024-01-27T14:06:39.152" v="191" actId="1076"/>
          <ac:spMkLst>
            <pc:docMk/>
            <pc:sldMk cId="50046807" sldId="264"/>
            <ac:spMk id="48" creationId="{EA399444-0492-BABD-63E5-3A1FC0446E67}"/>
          </ac:spMkLst>
        </pc:spChg>
        <pc:spChg chg="del">
          <ac:chgData name="Vinícius Santos" userId="b9e9b16e7e0792b9" providerId="LiveId" clId="{B3E8DA3E-A063-4A67-947D-FDD889599978}" dt="2024-01-27T14:02:39.304" v="27" actId="478"/>
          <ac:spMkLst>
            <pc:docMk/>
            <pc:sldMk cId="50046807" sldId="264"/>
            <ac:spMk id="54" creationId="{35EB8E9C-5C28-5B71-3413-8B5A64EA1912}"/>
          </ac:spMkLst>
        </pc:spChg>
        <pc:spChg chg="del">
          <ac:chgData name="Vinícius Santos" userId="b9e9b16e7e0792b9" providerId="LiveId" clId="{B3E8DA3E-A063-4A67-947D-FDD889599978}" dt="2024-01-27T14:02:03.631" v="3" actId="478"/>
          <ac:spMkLst>
            <pc:docMk/>
            <pc:sldMk cId="50046807" sldId="264"/>
            <ac:spMk id="56" creationId="{5DA56BC3-347D-AF79-3C62-23F8E8F297EE}"/>
          </ac:spMkLst>
        </pc:spChg>
        <pc:spChg chg="del">
          <ac:chgData name="Vinícius Santos" userId="b9e9b16e7e0792b9" providerId="LiveId" clId="{B3E8DA3E-A063-4A67-947D-FDD889599978}" dt="2024-01-27T14:02:15.972" v="9" actId="478"/>
          <ac:spMkLst>
            <pc:docMk/>
            <pc:sldMk cId="50046807" sldId="264"/>
            <ac:spMk id="57" creationId="{FDCC29AB-84C5-1CC2-CC0E-CCD8D6629410}"/>
          </ac:spMkLst>
        </pc:spChg>
        <pc:spChg chg="del">
          <ac:chgData name="Vinícius Santos" userId="b9e9b16e7e0792b9" providerId="LiveId" clId="{B3E8DA3E-A063-4A67-947D-FDD889599978}" dt="2024-01-27T14:02:27.707" v="17" actId="478"/>
          <ac:spMkLst>
            <pc:docMk/>
            <pc:sldMk cId="50046807" sldId="264"/>
            <ac:spMk id="58" creationId="{8162D24D-B8C5-7293-25D0-89E8DC7A4F68}"/>
          </ac:spMkLst>
        </pc:spChg>
        <pc:spChg chg="del">
          <ac:chgData name="Vinícius Santos" userId="b9e9b16e7e0792b9" providerId="LiveId" clId="{B3E8DA3E-A063-4A67-947D-FDD889599978}" dt="2024-01-27T14:02:08.673" v="5" actId="478"/>
          <ac:spMkLst>
            <pc:docMk/>
            <pc:sldMk cId="50046807" sldId="264"/>
            <ac:spMk id="4109" creationId="{9AD20711-4C13-61EC-0FAC-FD5F20F2F071}"/>
          </ac:spMkLst>
        </pc:spChg>
        <pc:spChg chg="del">
          <ac:chgData name="Vinícius Santos" userId="b9e9b16e7e0792b9" providerId="LiveId" clId="{B3E8DA3E-A063-4A67-947D-FDD889599978}" dt="2024-01-27T14:02:10.405" v="6" actId="478"/>
          <ac:spMkLst>
            <pc:docMk/>
            <pc:sldMk cId="50046807" sldId="264"/>
            <ac:spMk id="4110" creationId="{A6A27F4D-F830-FBCE-A17A-DA41CE3CB622}"/>
          </ac:spMkLst>
        </pc:spChg>
        <pc:spChg chg="del">
          <ac:chgData name="Vinícius Santos" userId="b9e9b16e7e0792b9" providerId="LiveId" clId="{B3E8DA3E-A063-4A67-947D-FDD889599978}" dt="2024-01-27T14:02:12.173" v="7" actId="478"/>
          <ac:spMkLst>
            <pc:docMk/>
            <pc:sldMk cId="50046807" sldId="264"/>
            <ac:spMk id="4111" creationId="{9BBE36CF-0456-5B8D-0D93-F64C596A058F}"/>
          </ac:spMkLst>
        </pc:spChg>
        <pc:spChg chg="del">
          <ac:chgData name="Vinícius Santos" userId="b9e9b16e7e0792b9" providerId="LiveId" clId="{B3E8DA3E-A063-4A67-947D-FDD889599978}" dt="2024-01-27T14:02:14.365" v="8" actId="478"/>
          <ac:spMkLst>
            <pc:docMk/>
            <pc:sldMk cId="50046807" sldId="264"/>
            <ac:spMk id="4112" creationId="{E94DBA16-1679-3D2F-B519-92C349158AC2}"/>
          </ac:spMkLst>
        </pc:spChg>
        <pc:spChg chg="del">
          <ac:chgData name="Vinícius Santos" userId="b9e9b16e7e0792b9" providerId="LiveId" clId="{B3E8DA3E-A063-4A67-947D-FDD889599978}" dt="2024-01-27T14:02:24.949" v="16" actId="478"/>
          <ac:spMkLst>
            <pc:docMk/>
            <pc:sldMk cId="50046807" sldId="264"/>
            <ac:spMk id="4113" creationId="{2F905ABD-5A49-56EA-BD93-8097D7F243DB}"/>
          </ac:spMkLst>
        </pc:spChg>
        <pc:spChg chg="del">
          <ac:chgData name="Vinícius Santos" userId="b9e9b16e7e0792b9" providerId="LiveId" clId="{B3E8DA3E-A063-4A67-947D-FDD889599978}" dt="2024-01-27T14:02:23.951" v="15" actId="478"/>
          <ac:spMkLst>
            <pc:docMk/>
            <pc:sldMk cId="50046807" sldId="264"/>
            <ac:spMk id="4114" creationId="{E212CA66-A2D3-6DEC-1AE8-7744F78447DE}"/>
          </ac:spMkLst>
        </pc:spChg>
        <pc:spChg chg="del mod">
          <ac:chgData name="Vinícius Santos" userId="b9e9b16e7e0792b9" providerId="LiveId" clId="{B3E8DA3E-A063-4A67-947D-FDD889599978}" dt="2024-01-27T14:02:21.529" v="13" actId="478"/>
          <ac:spMkLst>
            <pc:docMk/>
            <pc:sldMk cId="50046807" sldId="264"/>
            <ac:spMk id="4115" creationId="{5E92B7D7-31C9-1793-94B2-A2328413DFF2}"/>
          </ac:spMkLst>
        </pc:spChg>
        <pc:spChg chg="del mod">
          <ac:chgData name="Vinícius Santos" userId="b9e9b16e7e0792b9" providerId="LiveId" clId="{B3E8DA3E-A063-4A67-947D-FDD889599978}" dt="2024-01-27T14:02:22.678" v="14" actId="478"/>
          <ac:spMkLst>
            <pc:docMk/>
            <pc:sldMk cId="50046807" sldId="264"/>
            <ac:spMk id="4116" creationId="{3D9F2907-B4C5-994C-48E2-78CAFECB790C}"/>
          </ac:spMkLst>
        </pc:spChg>
        <pc:spChg chg="del">
          <ac:chgData name="Vinícius Santos" userId="b9e9b16e7e0792b9" providerId="LiveId" clId="{B3E8DA3E-A063-4A67-947D-FDD889599978}" dt="2024-01-27T14:02:27.707" v="17" actId="478"/>
          <ac:spMkLst>
            <pc:docMk/>
            <pc:sldMk cId="50046807" sldId="264"/>
            <ac:spMk id="4117" creationId="{DC7F0518-3B5C-3E6F-FC69-A0CFB9148E9C}"/>
          </ac:spMkLst>
        </pc:spChg>
        <pc:spChg chg="del">
          <ac:chgData name="Vinícius Santos" userId="b9e9b16e7e0792b9" providerId="LiveId" clId="{B3E8DA3E-A063-4A67-947D-FDD889599978}" dt="2024-01-27T14:02:27.707" v="17" actId="478"/>
          <ac:spMkLst>
            <pc:docMk/>
            <pc:sldMk cId="50046807" sldId="264"/>
            <ac:spMk id="4118" creationId="{D90901DE-949E-5417-35A6-671106495B25}"/>
          </ac:spMkLst>
        </pc:spChg>
        <pc:spChg chg="del">
          <ac:chgData name="Vinícius Santos" userId="b9e9b16e7e0792b9" providerId="LiveId" clId="{B3E8DA3E-A063-4A67-947D-FDD889599978}" dt="2024-01-27T14:02:27.707" v="17" actId="478"/>
          <ac:spMkLst>
            <pc:docMk/>
            <pc:sldMk cId="50046807" sldId="264"/>
            <ac:spMk id="4119" creationId="{BA1B963D-4BCE-AEFC-CF66-ED00325B8561}"/>
          </ac:spMkLst>
        </pc:spChg>
        <pc:spChg chg="del">
          <ac:chgData name="Vinícius Santos" userId="b9e9b16e7e0792b9" providerId="LiveId" clId="{B3E8DA3E-A063-4A67-947D-FDD889599978}" dt="2024-01-27T14:02:27.707" v="17" actId="478"/>
          <ac:spMkLst>
            <pc:docMk/>
            <pc:sldMk cId="50046807" sldId="264"/>
            <ac:spMk id="4120" creationId="{08FCB77A-6583-3318-BB4D-8C50DC85F757}"/>
          </ac:spMkLst>
        </pc:spChg>
        <pc:spChg chg="del">
          <ac:chgData name="Vinícius Santos" userId="b9e9b16e7e0792b9" providerId="LiveId" clId="{B3E8DA3E-A063-4A67-947D-FDD889599978}" dt="2024-01-27T14:02:05.248" v="4" actId="478"/>
          <ac:spMkLst>
            <pc:docMk/>
            <pc:sldMk cId="50046807" sldId="264"/>
            <ac:spMk id="4122" creationId="{F5BCE328-1F35-562A-CC22-864CEF636242}"/>
          </ac:spMkLst>
        </pc:spChg>
        <pc:spChg chg="del">
          <ac:chgData name="Vinícius Santos" userId="b9e9b16e7e0792b9" providerId="LiveId" clId="{B3E8DA3E-A063-4A67-947D-FDD889599978}" dt="2024-01-27T14:02:19.019" v="10" actId="478"/>
          <ac:spMkLst>
            <pc:docMk/>
            <pc:sldMk cId="50046807" sldId="264"/>
            <ac:spMk id="4123" creationId="{78B9E7DF-4596-DF15-9835-7067876FC8E9}"/>
          </ac:spMkLst>
        </pc:spChg>
        <pc:spChg chg="del">
          <ac:chgData name="Vinícius Santos" userId="b9e9b16e7e0792b9" providerId="LiveId" clId="{B3E8DA3E-A063-4A67-947D-FDD889599978}" dt="2024-01-27T14:02:27.707" v="17" actId="478"/>
          <ac:spMkLst>
            <pc:docMk/>
            <pc:sldMk cId="50046807" sldId="264"/>
            <ac:spMk id="4124" creationId="{9767EE6F-0A1A-4727-42C0-9BFABD908164}"/>
          </ac:spMkLst>
        </pc:spChg>
        <pc:picChg chg="del">
          <ac:chgData name="Vinícius Santos" userId="b9e9b16e7e0792b9" providerId="LiveId" clId="{B3E8DA3E-A063-4A67-947D-FDD889599978}" dt="2024-01-27T14:02:40.402" v="29" actId="478"/>
          <ac:picMkLst>
            <pc:docMk/>
            <pc:sldMk cId="50046807" sldId="264"/>
            <ac:picMk id="4100" creationId="{0AB7639F-0573-8620-9AC7-27396806EB4A}"/>
          </ac:picMkLst>
        </pc:picChg>
        <pc:picChg chg="del">
          <ac:chgData name="Vinícius Santos" userId="b9e9b16e7e0792b9" providerId="LiveId" clId="{B3E8DA3E-A063-4A67-947D-FDD889599978}" dt="2024-01-27T14:02:41.091" v="30" actId="478"/>
          <ac:picMkLst>
            <pc:docMk/>
            <pc:sldMk cId="50046807" sldId="264"/>
            <ac:picMk id="4102" creationId="{BF132DF3-DED7-53D7-73AA-E1F7428AD90C}"/>
          </ac:picMkLst>
        </pc:picChg>
        <pc:cxnChg chg="del mod">
          <ac:chgData name="Vinícius Santos" userId="b9e9b16e7e0792b9" providerId="LiveId" clId="{B3E8DA3E-A063-4A67-947D-FDD889599978}" dt="2024-01-27T14:02:39.811" v="28" actId="478"/>
          <ac:cxnSpMkLst>
            <pc:docMk/>
            <pc:sldMk cId="50046807" sldId="264"/>
            <ac:cxnSpMk id="37" creationId="{1BEB1D47-970A-A421-6624-766FB617F433}"/>
          </ac:cxnSpMkLst>
        </pc:cxnChg>
        <pc:cxnChg chg="del mod">
          <ac:chgData name="Vinícius Santos" userId="b9e9b16e7e0792b9" providerId="LiveId" clId="{B3E8DA3E-A063-4A67-947D-FDD889599978}" dt="2024-01-27T14:02:38.745" v="26" actId="478"/>
          <ac:cxnSpMkLst>
            <pc:docMk/>
            <pc:sldMk cId="50046807" sldId="264"/>
            <ac:cxnSpMk id="39" creationId="{566DC13E-434C-9946-3A52-006E218F34FF}"/>
          </ac:cxnSpMkLst>
        </pc:cxnChg>
        <pc:cxnChg chg="del mod">
          <ac:chgData name="Vinícius Santos" userId="b9e9b16e7e0792b9" providerId="LiveId" clId="{B3E8DA3E-A063-4A67-947D-FDD889599978}" dt="2024-01-27T14:02:37.528" v="25" actId="478"/>
          <ac:cxnSpMkLst>
            <pc:docMk/>
            <pc:sldMk cId="50046807" sldId="264"/>
            <ac:cxnSpMk id="44" creationId="{ECB96DA3-CFEF-B063-7936-A45ADB1CCBE5}"/>
          </ac:cxnSpMkLst>
        </pc:cxnChg>
        <pc:cxnChg chg="del mod">
          <ac:chgData name="Vinícius Santos" userId="b9e9b16e7e0792b9" providerId="LiveId" clId="{B3E8DA3E-A063-4A67-947D-FDD889599978}" dt="2024-01-27T14:02:36.696" v="24" actId="478"/>
          <ac:cxnSpMkLst>
            <pc:docMk/>
            <pc:sldMk cId="50046807" sldId="264"/>
            <ac:cxnSpMk id="45" creationId="{E7B39ED5-ABA5-B537-699E-F8327A35883F}"/>
          </ac:cxnSpMkLst>
        </pc:cxnChg>
        <pc:cxnChg chg="mod">
          <ac:chgData name="Vinícius Santos" userId="b9e9b16e7e0792b9" providerId="LiveId" clId="{B3E8DA3E-A063-4A67-947D-FDD889599978}" dt="2024-01-27T14:06:11.182" v="174" actId="14100"/>
          <ac:cxnSpMkLst>
            <pc:docMk/>
            <pc:sldMk cId="50046807" sldId="264"/>
            <ac:cxnSpMk id="61" creationId="{F734FCFD-696D-B84A-2B31-547BA8AB2E4D}"/>
          </ac:cxnSpMkLst>
        </pc:cxnChg>
        <pc:cxnChg chg="mod">
          <ac:chgData name="Vinícius Santos" userId="b9e9b16e7e0792b9" providerId="LiveId" clId="{B3E8DA3E-A063-4A67-947D-FDD889599978}" dt="2024-01-27T14:06:13.902" v="175" actId="14100"/>
          <ac:cxnSpMkLst>
            <pc:docMk/>
            <pc:sldMk cId="50046807" sldId="264"/>
            <ac:cxnSpMk id="62" creationId="{97DA2BA4-2B61-EDCA-3326-DF277FFB2B1E}"/>
          </ac:cxnSpMkLst>
        </pc:cxnChg>
        <pc:cxnChg chg="mod">
          <ac:chgData name="Vinícius Santos" userId="b9e9b16e7e0792b9" providerId="LiveId" clId="{B3E8DA3E-A063-4A67-947D-FDD889599978}" dt="2024-01-27T14:06:16.567" v="176" actId="14100"/>
          <ac:cxnSpMkLst>
            <pc:docMk/>
            <pc:sldMk cId="50046807" sldId="264"/>
            <ac:cxnSpMk id="4097" creationId="{F1D9ADF6-C19E-62BE-7FAD-F62CADEDFB71}"/>
          </ac:cxnSpMkLst>
        </pc:cxnChg>
      </pc:sldChg>
      <pc:sldChg chg="modSp add mod">
        <pc:chgData name="Vinícius Santos" userId="b9e9b16e7e0792b9" providerId="LiveId" clId="{B3E8DA3E-A063-4A67-947D-FDD889599978}" dt="2024-01-27T14:09:29.124" v="197" actId="20577"/>
        <pc:sldMkLst>
          <pc:docMk/>
          <pc:sldMk cId="1330193521" sldId="265"/>
        </pc:sldMkLst>
        <pc:spChg chg="mod">
          <ac:chgData name="Vinícius Santos" userId="b9e9b16e7e0792b9" providerId="LiveId" clId="{B3E8DA3E-A063-4A67-947D-FDD889599978}" dt="2024-01-27T14:09:25.501" v="195" actId="20577"/>
          <ac:spMkLst>
            <pc:docMk/>
            <pc:sldMk cId="1330193521" sldId="265"/>
            <ac:spMk id="41" creationId="{D2A0D8ED-D256-21BF-6664-6D856B05B3B1}"/>
          </ac:spMkLst>
        </pc:spChg>
        <pc:spChg chg="mod">
          <ac:chgData name="Vinícius Santos" userId="b9e9b16e7e0792b9" providerId="LiveId" clId="{B3E8DA3E-A063-4A67-947D-FDD889599978}" dt="2024-01-27T14:09:29.124" v="197" actId="20577"/>
          <ac:spMkLst>
            <pc:docMk/>
            <pc:sldMk cId="1330193521" sldId="265"/>
            <ac:spMk id="42" creationId="{934FD88A-3B3A-C64D-C036-AF816AFAF84D}"/>
          </ac:spMkLst>
        </pc:spChg>
      </pc:sldChg>
      <pc:sldChg chg="addSp modSp add mod">
        <pc:chgData name="Vinícius Santos" userId="b9e9b16e7e0792b9" providerId="LiveId" clId="{B3E8DA3E-A063-4A67-947D-FDD889599978}" dt="2024-01-27T14:13:37.512" v="263" actId="20577"/>
        <pc:sldMkLst>
          <pc:docMk/>
          <pc:sldMk cId="4279017049" sldId="266"/>
        </pc:sldMkLst>
        <pc:spChg chg="add mod">
          <ac:chgData name="Vinícius Santos" userId="b9e9b16e7e0792b9" providerId="LiveId" clId="{B3E8DA3E-A063-4A67-947D-FDD889599978}" dt="2024-01-27T14:12:47.663" v="241" actId="12788"/>
          <ac:spMkLst>
            <pc:docMk/>
            <pc:sldMk cId="4279017049" sldId="266"/>
            <ac:spMk id="2" creationId="{7D25C623-EECC-18EF-4590-5312DC53C9E5}"/>
          </ac:spMkLst>
        </pc:spChg>
        <pc:spChg chg="add mod">
          <ac:chgData name="Vinícius Santos" userId="b9e9b16e7e0792b9" providerId="LiveId" clId="{B3E8DA3E-A063-4A67-947D-FDD889599978}" dt="2024-01-27T14:12:47.663" v="241" actId="12788"/>
          <ac:spMkLst>
            <pc:docMk/>
            <pc:sldMk cId="4279017049" sldId="266"/>
            <ac:spMk id="3" creationId="{A6C7C221-80B7-79AA-F701-C20C0F11F693}"/>
          </ac:spMkLst>
        </pc:spChg>
        <pc:spChg chg="add mod">
          <ac:chgData name="Vinícius Santos" userId="b9e9b16e7e0792b9" providerId="LiveId" clId="{B3E8DA3E-A063-4A67-947D-FDD889599978}" dt="2024-01-27T14:12:47.663" v="241" actId="12788"/>
          <ac:spMkLst>
            <pc:docMk/>
            <pc:sldMk cId="4279017049" sldId="266"/>
            <ac:spMk id="20" creationId="{9B42F172-A70E-54F6-132B-C3E04F75447C}"/>
          </ac:spMkLst>
        </pc:spChg>
        <pc:spChg chg="add mod ord">
          <ac:chgData name="Vinícius Santos" userId="b9e9b16e7e0792b9" providerId="LiveId" clId="{B3E8DA3E-A063-4A67-947D-FDD889599978}" dt="2024-01-27T14:13:12.756" v="246" actId="1076"/>
          <ac:spMkLst>
            <pc:docMk/>
            <pc:sldMk cId="4279017049" sldId="266"/>
            <ac:spMk id="35" creationId="{F821CA94-AC7A-0CEF-C061-4B84E585DC04}"/>
          </ac:spMkLst>
        </pc:spChg>
        <pc:spChg chg="add mod ord">
          <ac:chgData name="Vinícius Santos" userId="b9e9b16e7e0792b9" providerId="LiveId" clId="{B3E8DA3E-A063-4A67-947D-FDD889599978}" dt="2024-01-27T14:13:03.626" v="244" actId="207"/>
          <ac:spMkLst>
            <pc:docMk/>
            <pc:sldMk cId="4279017049" sldId="266"/>
            <ac:spMk id="36" creationId="{BF5A9DEA-4E78-8002-D560-CC562108D8AE}"/>
          </ac:spMkLst>
        </pc:spChg>
        <pc:spChg chg="add mod">
          <ac:chgData name="Vinícius Santos" userId="b9e9b16e7e0792b9" providerId="LiveId" clId="{B3E8DA3E-A063-4A67-947D-FDD889599978}" dt="2024-01-27T14:13:26.713" v="259" actId="1076"/>
          <ac:spMkLst>
            <pc:docMk/>
            <pc:sldMk cId="4279017049" sldId="266"/>
            <ac:spMk id="43" creationId="{7514375B-74D4-10DC-05C7-F16C4E2854DB}"/>
          </ac:spMkLst>
        </pc:spChg>
        <pc:spChg chg="add mod">
          <ac:chgData name="Vinícius Santos" userId="b9e9b16e7e0792b9" providerId="LiveId" clId="{B3E8DA3E-A063-4A67-947D-FDD889599978}" dt="2024-01-27T14:13:37.512" v="263" actId="20577"/>
          <ac:spMkLst>
            <pc:docMk/>
            <pc:sldMk cId="4279017049" sldId="266"/>
            <ac:spMk id="44" creationId="{BEAD8703-6FB1-3217-FB23-9EBD0F3030E1}"/>
          </ac:spMkLst>
        </pc:spChg>
        <pc:cxnChg chg="add mod">
          <ac:chgData name="Vinícius Santos" userId="b9e9b16e7e0792b9" providerId="LiveId" clId="{B3E8DA3E-A063-4A67-947D-FDD889599978}" dt="2024-01-27T14:12:47.663" v="241" actId="12788"/>
          <ac:cxnSpMkLst>
            <pc:docMk/>
            <pc:sldMk cId="4279017049" sldId="266"/>
            <ac:cxnSpMk id="21" creationId="{9F2E4BFB-3445-EE55-FC43-BDD2D9F6EA10}"/>
          </ac:cxnSpMkLst>
        </pc:cxnChg>
        <pc:cxnChg chg="add mod">
          <ac:chgData name="Vinícius Santos" userId="b9e9b16e7e0792b9" providerId="LiveId" clId="{B3E8DA3E-A063-4A67-947D-FDD889599978}" dt="2024-01-27T14:12:47.663" v="241" actId="12788"/>
          <ac:cxnSpMkLst>
            <pc:docMk/>
            <pc:sldMk cId="4279017049" sldId="266"/>
            <ac:cxnSpMk id="25" creationId="{F129C1E5-9319-8EF1-2A41-2EF5F64DD655}"/>
          </ac:cxnSpMkLst>
        </pc:cxnChg>
        <pc:cxnChg chg="add mod">
          <ac:chgData name="Vinícius Santos" userId="b9e9b16e7e0792b9" providerId="LiveId" clId="{B3E8DA3E-A063-4A67-947D-FDD889599978}" dt="2024-01-27T14:12:47.663" v="241" actId="12788"/>
          <ac:cxnSpMkLst>
            <pc:docMk/>
            <pc:sldMk cId="4279017049" sldId="266"/>
            <ac:cxnSpMk id="28" creationId="{FB1BA25E-6530-5D88-78DF-DCD63EDFE919}"/>
          </ac:cxnSpMkLst>
        </pc:cxnChg>
        <pc:cxnChg chg="mod">
          <ac:chgData name="Vinícius Santos" userId="b9e9b16e7e0792b9" providerId="LiveId" clId="{B3E8DA3E-A063-4A67-947D-FDD889599978}" dt="2024-01-27T14:11:30.903" v="223" actId="14100"/>
          <ac:cxnSpMkLst>
            <pc:docMk/>
            <pc:sldMk cId="4279017049" sldId="266"/>
            <ac:cxnSpMk id="62" creationId="{97DA2BA4-2B61-EDCA-3326-DF277FFB2B1E}"/>
          </ac:cxnSpMkLst>
        </pc:cxnChg>
        <pc:cxnChg chg="mod">
          <ac:chgData name="Vinícius Santos" userId="b9e9b16e7e0792b9" providerId="LiveId" clId="{B3E8DA3E-A063-4A67-947D-FDD889599978}" dt="2024-01-27T14:10:42.782" v="210" actId="14100"/>
          <ac:cxnSpMkLst>
            <pc:docMk/>
            <pc:sldMk cId="4279017049" sldId="266"/>
            <ac:cxnSpMk id="4097" creationId="{F1D9ADF6-C19E-62BE-7FAD-F62CADEDFB71}"/>
          </ac:cxnSpMkLst>
        </pc:cxnChg>
      </pc:sldChg>
      <pc:sldChg chg="delSp new mod">
        <pc:chgData name="Vinícius Santos" userId="b9e9b16e7e0792b9" providerId="LiveId" clId="{B3E8DA3E-A063-4A67-947D-FDD889599978}" dt="2024-01-31T09:52:50.756" v="273" actId="478"/>
        <pc:sldMkLst>
          <pc:docMk/>
          <pc:sldMk cId="1924007763" sldId="267"/>
        </pc:sldMkLst>
        <pc:spChg chg="del">
          <ac:chgData name="Vinícius Santos" userId="b9e9b16e7e0792b9" providerId="LiveId" clId="{B3E8DA3E-A063-4A67-947D-FDD889599978}" dt="2024-01-31T09:52:49.804" v="272" actId="478"/>
          <ac:spMkLst>
            <pc:docMk/>
            <pc:sldMk cId="1924007763" sldId="267"/>
            <ac:spMk id="2" creationId="{0D7A9ECA-9554-A204-1BAE-A94327E0160A}"/>
          </ac:spMkLst>
        </pc:spChg>
        <pc:spChg chg="del">
          <ac:chgData name="Vinícius Santos" userId="b9e9b16e7e0792b9" providerId="LiveId" clId="{B3E8DA3E-A063-4A67-947D-FDD889599978}" dt="2024-01-31T09:52:50.756" v="273" actId="478"/>
          <ac:spMkLst>
            <pc:docMk/>
            <pc:sldMk cId="1924007763" sldId="267"/>
            <ac:spMk id="3" creationId="{1E467286-55BE-8D2E-08EE-629B133C10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1FA09-10C1-B3A2-8FC8-2ADBDAD3B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A472F-860B-DFAC-BB7C-518B7B3C6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759167-334E-AA54-D1FD-0924AB47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609F5-AD3E-BFE7-2A00-05AFEC53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10E31C-60C5-9718-3ACD-9BFC327A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19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FD304-D93D-282C-5EEE-FA288C71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F013D8-E0E7-B6D6-9777-5F2D256A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6B0096-ADB5-4311-FACE-5DC41A4C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BED1E-DC45-9589-149E-7A91C0BC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F50C6-CF3E-E5C4-8D89-14AA1B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0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5450E-2A9E-B6F9-794A-9467B405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336310-4D4D-A3DE-4A5B-71DBFE1D1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28405F-E9F9-8450-413D-AF95C946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A0C329-D5C5-E4F6-BC7D-9C9CFA9E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2BFCF1-24EC-C5F0-6628-60D1D24C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64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31EE9-7EED-9396-EFC3-3E934586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5CFEF1-3E6B-C1D4-5BE7-3DFF6B2FB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E2FAA6-3439-7632-B3F1-935514DA8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7212BE-E2B5-4950-152F-580E568E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893A1D-CC1A-34EF-ABC4-2CC32BE5A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434309-2F43-AAD3-0C17-9E7A7BBD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0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949D6-6B74-80F6-0099-4E50757B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02506D-9E7D-5EAF-DEC3-19239945B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9EA730-3A82-5552-3B38-4C8FE379F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A1A42D9-D0D6-92B5-340B-07B188418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653222-4151-46C8-7EE4-8A4012390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2D02CA-96DF-89D9-1AE2-E220019B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E64F47-1985-CC67-F2CE-FBF4F20B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5B48C4-FB55-BD84-5087-BC5549DF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35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3C956-A0DB-B83E-3A3D-7D0A3C0E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81FCD8D-E2BD-F012-F826-E0773B87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17FC02-6E9E-0D90-2C8A-2585EC84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187888-2080-DE1C-DB98-3BC7FEB0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44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A465DB-028F-F49C-8105-563E26B0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34E33B-BD7E-2783-0DC1-BECF9F05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BD1867-B450-EAEC-D1D1-B93EDD72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93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D03D6-70B7-0242-B724-AC2B2479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E3251-E8A5-B1D5-1DF4-78BA6B0C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6D14DA-8F30-5441-0D07-103D20314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46EF3B-1F69-34D7-A6E9-DD6D6DBAD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8F5A45-E4CA-9AD7-D9DC-6D3E5706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5993F0-1FAA-5065-C5B8-ACAA3FEF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28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DF54B-85F2-53C5-5BCF-1F63771E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F92DFE-CB82-B211-532C-66F16D1A9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EB880C-8C8B-9E99-688B-B25511F32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E6D58B-E82F-F877-631F-8A392211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A0ADC4-66BF-AF2B-0351-D9FD85B9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5E1140-E11C-6761-1E90-65A26763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804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C50411-2D2F-DEE6-562B-0C6F3AB00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08AF08-405B-2AA4-03FD-D8DD80323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34A89B-C8B8-532E-5DBB-667B2608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E19CD7-04AB-69C3-5558-3C964A8D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569D41-6A7C-645A-F43C-E368156C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23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06FE53-FB54-3D42-5130-AE0F1D900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57954A-71AC-A721-0F5B-182FEF6CF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8C7763-54F2-B16E-01DE-AFB10BE6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C66809-525B-524A-2A9A-B2984B54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F1043B-D906-0E1B-885C-D8433A33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49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E47EE70-1A1C-237F-D657-208AA3BF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22D3C-EF3E-5DCC-4367-B6E028F1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965F63-9B5E-6FC3-A42A-8B97E7922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0B1FE-CBB7-41A3-B38D-E660D2909FB3}" type="datetimeFigureOut">
              <a:rPr lang="pt-BR" smtClean="0"/>
              <a:t>27/04/2024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D2F13A-654B-7D16-CB63-382FCC7D2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A7CFAE-7E04-4E5E-B3F6-8DF77B673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90CF2-64AE-4218-A490-F7FB49B8F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77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26.pn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5.sv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svg"/><Relationship Id="rId23" Type="http://schemas.openxmlformats.org/officeDocument/2006/relationships/image" Target="../media/image31.svg"/><Relationship Id="rId10" Type="http://schemas.openxmlformats.org/officeDocument/2006/relationships/image" Target="../media/image18.png"/><Relationship Id="rId19" Type="http://schemas.openxmlformats.org/officeDocument/2006/relationships/image" Target="../media/image27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18" Type="http://schemas.openxmlformats.org/officeDocument/2006/relationships/image" Target="../media/image20.pn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7" Type="http://schemas.openxmlformats.org/officeDocument/2006/relationships/image" Target="../media/image15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image" Target="../media/image10.png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5.svg"/><Relationship Id="rId23" Type="http://schemas.openxmlformats.org/officeDocument/2006/relationships/image" Target="../media/image31.svg"/><Relationship Id="rId10" Type="http://schemas.openxmlformats.org/officeDocument/2006/relationships/image" Target="../media/image18.png"/><Relationship Id="rId19" Type="http://schemas.openxmlformats.org/officeDocument/2006/relationships/image" Target="../media/image21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4.png"/><Relationship Id="rId22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30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9.sv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7.svg"/><Relationship Id="rId10" Type="http://schemas.openxmlformats.org/officeDocument/2006/relationships/image" Target="../media/image18.png"/><Relationship Id="rId19" Type="http://schemas.openxmlformats.org/officeDocument/2006/relationships/image" Target="../media/image31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18" Type="http://schemas.openxmlformats.org/officeDocument/2006/relationships/image" Target="../media/image30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17" Type="http://schemas.openxmlformats.org/officeDocument/2006/relationships/image" Target="../media/image29.sv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7.svg"/><Relationship Id="rId10" Type="http://schemas.openxmlformats.org/officeDocument/2006/relationships/image" Target="../media/image18.png"/><Relationship Id="rId19" Type="http://schemas.openxmlformats.org/officeDocument/2006/relationships/image" Target="../media/image31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svg"/><Relationship Id="rId7" Type="http://schemas.openxmlformats.org/officeDocument/2006/relationships/image" Target="../media/image16.png"/><Relationship Id="rId12" Type="http://schemas.openxmlformats.org/officeDocument/2006/relationships/image" Target="../media/image29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28.png"/><Relationship Id="rId5" Type="http://schemas.openxmlformats.org/officeDocument/2006/relationships/image" Target="../media/image32.png"/><Relationship Id="rId10" Type="http://schemas.openxmlformats.org/officeDocument/2006/relationships/image" Target="../media/image15.svg"/><Relationship Id="rId4" Type="http://schemas.openxmlformats.org/officeDocument/2006/relationships/image" Target="../media/image34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22C1A-9FEA-F0A2-0DCE-CDE8288F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é?</a:t>
            </a:r>
          </a:p>
        </p:txBody>
      </p:sp>
      <p:sp>
        <p:nvSpPr>
          <p:cNvPr id="4" name="Seta: Pentágono 3">
            <a:extLst>
              <a:ext uri="{FF2B5EF4-FFF2-40B4-BE49-F238E27FC236}">
                <a16:creationId xmlns:a16="http://schemas.microsoft.com/office/drawing/2014/main" id="{3200D1C4-5B1A-7999-6C15-63749D94454C}"/>
              </a:ext>
            </a:extLst>
          </p:cNvPr>
          <p:cNvSpPr/>
          <p:nvPr/>
        </p:nvSpPr>
        <p:spPr>
          <a:xfrm>
            <a:off x="988978" y="2952343"/>
            <a:ext cx="10214043" cy="953311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318A292-2262-2128-38EA-7175A712DFF0}"/>
              </a:ext>
            </a:extLst>
          </p:cNvPr>
          <p:cNvSpPr/>
          <p:nvPr/>
        </p:nvSpPr>
        <p:spPr>
          <a:xfrm>
            <a:off x="1115438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33749C2-1D6E-854A-5563-B0F83F627637}"/>
              </a:ext>
            </a:extLst>
          </p:cNvPr>
          <p:cNvSpPr/>
          <p:nvPr/>
        </p:nvSpPr>
        <p:spPr>
          <a:xfrm>
            <a:off x="1576854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1F51E3A-205E-18A6-F39A-9442C697338E}"/>
              </a:ext>
            </a:extLst>
          </p:cNvPr>
          <p:cNvSpPr/>
          <p:nvPr/>
        </p:nvSpPr>
        <p:spPr>
          <a:xfrm>
            <a:off x="2038270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43ACB64-085F-7B1D-C3C3-E54A619F3E4C}"/>
              </a:ext>
            </a:extLst>
          </p:cNvPr>
          <p:cNvSpPr/>
          <p:nvPr/>
        </p:nvSpPr>
        <p:spPr>
          <a:xfrm>
            <a:off x="2499686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048EC6-A419-5B33-A76F-E524BBD9BC04}"/>
              </a:ext>
            </a:extLst>
          </p:cNvPr>
          <p:cNvSpPr/>
          <p:nvPr/>
        </p:nvSpPr>
        <p:spPr>
          <a:xfrm>
            <a:off x="2961102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965056-5C8C-16A0-B03A-740E3B0E0A13}"/>
              </a:ext>
            </a:extLst>
          </p:cNvPr>
          <p:cNvSpPr/>
          <p:nvPr/>
        </p:nvSpPr>
        <p:spPr>
          <a:xfrm>
            <a:off x="3422518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0442BA4-1314-8BF6-D3CB-0DD77AA77A42}"/>
              </a:ext>
            </a:extLst>
          </p:cNvPr>
          <p:cNvSpPr/>
          <p:nvPr/>
        </p:nvSpPr>
        <p:spPr>
          <a:xfrm>
            <a:off x="3883934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5E8950C-6F88-3453-09A7-DDAA355C1841}"/>
              </a:ext>
            </a:extLst>
          </p:cNvPr>
          <p:cNvSpPr/>
          <p:nvPr/>
        </p:nvSpPr>
        <p:spPr>
          <a:xfrm>
            <a:off x="4345350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7ABE4BD-A15A-E7D5-747B-85FF86A841DB}"/>
              </a:ext>
            </a:extLst>
          </p:cNvPr>
          <p:cNvSpPr/>
          <p:nvPr/>
        </p:nvSpPr>
        <p:spPr>
          <a:xfrm>
            <a:off x="4806766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6ACEB01-1E99-D40A-D5B5-E21412CC192E}"/>
              </a:ext>
            </a:extLst>
          </p:cNvPr>
          <p:cNvSpPr/>
          <p:nvPr/>
        </p:nvSpPr>
        <p:spPr>
          <a:xfrm>
            <a:off x="5268182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7499AD2-2C76-09DF-E25E-839148D3C0DB}"/>
              </a:ext>
            </a:extLst>
          </p:cNvPr>
          <p:cNvSpPr/>
          <p:nvPr/>
        </p:nvSpPr>
        <p:spPr>
          <a:xfrm>
            <a:off x="5729598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1CA4880-1178-444A-8B77-9E75EAEAF2A9}"/>
              </a:ext>
            </a:extLst>
          </p:cNvPr>
          <p:cNvSpPr/>
          <p:nvPr/>
        </p:nvSpPr>
        <p:spPr>
          <a:xfrm>
            <a:off x="6191014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F04EA7-912F-598D-70A8-AF56CD32FF0C}"/>
              </a:ext>
            </a:extLst>
          </p:cNvPr>
          <p:cNvSpPr/>
          <p:nvPr/>
        </p:nvSpPr>
        <p:spPr>
          <a:xfrm>
            <a:off x="6652430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9B368C0-7E80-7099-BFF6-2E86214120CC}"/>
              </a:ext>
            </a:extLst>
          </p:cNvPr>
          <p:cNvSpPr/>
          <p:nvPr/>
        </p:nvSpPr>
        <p:spPr>
          <a:xfrm>
            <a:off x="7113846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1A60C82-612C-E3A6-B005-FB6B87EB2F54}"/>
              </a:ext>
            </a:extLst>
          </p:cNvPr>
          <p:cNvSpPr/>
          <p:nvPr/>
        </p:nvSpPr>
        <p:spPr>
          <a:xfrm>
            <a:off x="7575262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8BE9A70-F1E3-C1E5-05CC-E5D0657B4B61}"/>
              </a:ext>
            </a:extLst>
          </p:cNvPr>
          <p:cNvSpPr/>
          <p:nvPr/>
        </p:nvSpPr>
        <p:spPr>
          <a:xfrm>
            <a:off x="8036678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47AD319-5C3D-B793-3705-538981E417C0}"/>
              </a:ext>
            </a:extLst>
          </p:cNvPr>
          <p:cNvSpPr/>
          <p:nvPr/>
        </p:nvSpPr>
        <p:spPr>
          <a:xfrm>
            <a:off x="8498094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0ABD935-F486-5886-C5C7-0BC09C5B9B38}"/>
              </a:ext>
            </a:extLst>
          </p:cNvPr>
          <p:cNvSpPr/>
          <p:nvPr/>
        </p:nvSpPr>
        <p:spPr>
          <a:xfrm>
            <a:off x="8959510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E052AB8-2924-B032-EAB2-8B2B7CDC4DEE}"/>
              </a:ext>
            </a:extLst>
          </p:cNvPr>
          <p:cNvSpPr/>
          <p:nvPr/>
        </p:nvSpPr>
        <p:spPr>
          <a:xfrm>
            <a:off x="9420926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21CB0AC-9555-8CF2-7CAD-098F8E63230A}"/>
              </a:ext>
            </a:extLst>
          </p:cNvPr>
          <p:cNvSpPr/>
          <p:nvPr/>
        </p:nvSpPr>
        <p:spPr>
          <a:xfrm>
            <a:off x="9882342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C2742E4-8C3B-BB00-4098-87DDB8862AA8}"/>
              </a:ext>
            </a:extLst>
          </p:cNvPr>
          <p:cNvSpPr/>
          <p:nvPr/>
        </p:nvSpPr>
        <p:spPr>
          <a:xfrm>
            <a:off x="10343759" y="3103123"/>
            <a:ext cx="165370" cy="651753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D668E25C-70CC-78DD-3FBA-0F1FD48E7EA7}"/>
              </a:ext>
            </a:extLst>
          </p:cNvPr>
          <p:cNvCxnSpPr>
            <a:cxnSpLocks/>
          </p:cNvCxnSpPr>
          <p:nvPr/>
        </p:nvCxnSpPr>
        <p:spPr>
          <a:xfrm>
            <a:off x="6488350" y="3112850"/>
            <a:ext cx="0" cy="128405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365C618-AC46-E446-61F8-2956F4ADFE85}"/>
              </a:ext>
            </a:extLst>
          </p:cNvPr>
          <p:cNvSpPr txBox="1"/>
          <p:nvPr/>
        </p:nvSpPr>
        <p:spPr>
          <a:xfrm>
            <a:off x="6086764" y="4396901"/>
            <a:ext cx="80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Agora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A39779E0-C52A-DC83-A7A0-0665AB1A83D9}"/>
              </a:ext>
            </a:extLst>
          </p:cNvPr>
          <p:cNvCxnSpPr/>
          <p:nvPr/>
        </p:nvCxnSpPr>
        <p:spPr>
          <a:xfrm>
            <a:off x="1576854" y="2626468"/>
            <a:ext cx="293386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2E56AFE-BFEB-9BDF-5BC6-0D1E6B462D97}"/>
              </a:ext>
            </a:extLst>
          </p:cNvPr>
          <p:cNvCxnSpPr>
            <a:cxnSpLocks/>
          </p:cNvCxnSpPr>
          <p:nvPr/>
        </p:nvCxnSpPr>
        <p:spPr>
          <a:xfrm>
            <a:off x="4597942" y="2419756"/>
            <a:ext cx="0" cy="413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83ECCE41-E339-0B7D-8242-652FE33AE025}"/>
              </a:ext>
            </a:extLst>
          </p:cNvPr>
          <p:cNvCxnSpPr>
            <a:cxnSpLocks/>
          </p:cNvCxnSpPr>
          <p:nvPr/>
        </p:nvCxnSpPr>
        <p:spPr>
          <a:xfrm>
            <a:off x="1494819" y="2419756"/>
            <a:ext cx="0" cy="413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7048A69-DEB8-8A79-0CF7-E953C4174D43}"/>
              </a:ext>
            </a:extLst>
          </p:cNvPr>
          <p:cNvSpPr txBox="1"/>
          <p:nvPr/>
        </p:nvSpPr>
        <p:spPr>
          <a:xfrm>
            <a:off x="2108957" y="2235090"/>
            <a:ext cx="187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Bounded</a:t>
            </a:r>
            <a:r>
              <a:rPr lang="pt-BR" dirty="0"/>
              <a:t> </a:t>
            </a:r>
            <a:r>
              <a:rPr lang="pt-BR" dirty="0" err="1"/>
              <a:t>Stream</a:t>
            </a:r>
            <a:endParaRPr lang="pt-BR" dirty="0"/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A0BBADF8-F2FD-15D2-E7D9-18BE5AA93B93}"/>
              </a:ext>
            </a:extLst>
          </p:cNvPr>
          <p:cNvCxnSpPr/>
          <p:nvPr/>
        </p:nvCxnSpPr>
        <p:spPr>
          <a:xfrm>
            <a:off x="5628431" y="2419756"/>
            <a:ext cx="2933866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4554FC85-FE0C-C1A6-3398-A813EDD39FB3}"/>
              </a:ext>
            </a:extLst>
          </p:cNvPr>
          <p:cNvCxnSpPr>
            <a:cxnSpLocks/>
          </p:cNvCxnSpPr>
          <p:nvPr/>
        </p:nvCxnSpPr>
        <p:spPr>
          <a:xfrm>
            <a:off x="5546396" y="2213044"/>
            <a:ext cx="0" cy="4134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26EFF18-A2D9-2E22-EAC2-4E087498F3B0}"/>
              </a:ext>
            </a:extLst>
          </p:cNvPr>
          <p:cNvSpPr txBox="1"/>
          <p:nvPr/>
        </p:nvSpPr>
        <p:spPr>
          <a:xfrm>
            <a:off x="5952510" y="1997269"/>
            <a:ext cx="233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Unbounded</a:t>
            </a:r>
            <a:r>
              <a:rPr lang="pt-BR" dirty="0"/>
              <a:t> </a:t>
            </a:r>
            <a:r>
              <a:rPr lang="pt-BR" dirty="0" err="1"/>
              <a:t>Stream</a:t>
            </a:r>
            <a:endParaRPr lang="pt-BR" dirty="0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117482E9-5D85-47C4-B4A2-AB583D481B4F}"/>
              </a:ext>
            </a:extLst>
          </p:cNvPr>
          <p:cNvCxnSpPr>
            <a:cxnSpLocks/>
          </p:cNvCxnSpPr>
          <p:nvPr/>
        </p:nvCxnSpPr>
        <p:spPr>
          <a:xfrm flipH="1">
            <a:off x="1057896" y="4391227"/>
            <a:ext cx="4837072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758D5FD9-BFDC-0EAD-524D-C34E49003A27}"/>
              </a:ext>
            </a:extLst>
          </p:cNvPr>
          <p:cNvCxnSpPr>
            <a:cxnSpLocks/>
          </p:cNvCxnSpPr>
          <p:nvPr/>
        </p:nvCxnSpPr>
        <p:spPr>
          <a:xfrm>
            <a:off x="6889935" y="4391227"/>
            <a:ext cx="3703486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B869EEE-B398-70F3-BB0A-747FC2FCB04B}"/>
              </a:ext>
            </a:extLst>
          </p:cNvPr>
          <p:cNvSpPr txBox="1"/>
          <p:nvPr/>
        </p:nvSpPr>
        <p:spPr>
          <a:xfrm>
            <a:off x="3020932" y="4438240"/>
            <a:ext cx="102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Passado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C009389-4F2C-1174-12C7-C8A0125FEED7}"/>
              </a:ext>
            </a:extLst>
          </p:cNvPr>
          <p:cNvSpPr txBox="1"/>
          <p:nvPr/>
        </p:nvSpPr>
        <p:spPr>
          <a:xfrm>
            <a:off x="8142696" y="4470666"/>
            <a:ext cx="102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Futuro</a:t>
            </a:r>
          </a:p>
        </p:txBody>
      </p:sp>
    </p:spTree>
    <p:extLst>
      <p:ext uri="{BB962C8B-B14F-4D97-AF65-F5344CB8AC3E}">
        <p14:creationId xmlns:p14="http://schemas.microsoft.com/office/powerpoint/2010/main" val="2848357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get started with MongoDB in 10 minutes | by Navindu Jayatilake |  We've moved to freeCodeCamp.org/news | Medium">
            <a:extLst>
              <a:ext uri="{FF2B5EF4-FFF2-40B4-BE49-F238E27FC236}">
                <a16:creationId xmlns:a16="http://schemas.microsoft.com/office/drawing/2014/main" id="{2A7FD942-8AAB-7BF2-0D24-F3F0014BB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169" y="590431"/>
            <a:ext cx="983226" cy="98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racle Logo: valor, história, PNG">
            <a:extLst>
              <a:ext uri="{FF2B5EF4-FFF2-40B4-BE49-F238E27FC236}">
                <a16:creationId xmlns:a16="http://schemas.microsoft.com/office/drawing/2014/main" id="{72254498-92CE-FBB1-5346-B767125E3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82" y="1811251"/>
            <a:ext cx="192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pple iPhone Logo PNG Vector (AI, SVG) Free Download">
            <a:extLst>
              <a:ext uri="{FF2B5EF4-FFF2-40B4-BE49-F238E27FC236}">
                <a16:creationId xmlns:a16="http://schemas.microsoft.com/office/drawing/2014/main" id="{862F88AB-32C1-36A8-4ACB-C56D61A9E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706" y="5153342"/>
            <a:ext cx="723215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WS DynamoDB&quot; Icon - Download for free – Iconduck">
            <a:extLst>
              <a:ext uri="{FF2B5EF4-FFF2-40B4-BE49-F238E27FC236}">
                <a16:creationId xmlns:a16="http://schemas.microsoft.com/office/drawing/2014/main" id="{87B3027E-E35F-5B92-B36D-90E20E235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511" y="4973342"/>
            <a:ext cx="798542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9F8CC146-CA8C-0AE3-A95F-93F29057AC44}"/>
              </a:ext>
            </a:extLst>
          </p:cNvPr>
          <p:cNvCxnSpPr>
            <a:cxnSpLocks/>
            <a:stCxn id="1026" idx="3"/>
            <a:endCxn id="1048" idx="0"/>
          </p:cNvCxnSpPr>
          <p:nvPr/>
        </p:nvCxnSpPr>
        <p:spPr>
          <a:xfrm>
            <a:off x="2028395" y="1082044"/>
            <a:ext cx="4078964" cy="8208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55173453-1867-04CE-2A65-32ADAC16CAB9}"/>
              </a:ext>
            </a:extLst>
          </p:cNvPr>
          <p:cNvCxnSpPr>
            <a:cxnSpLocks/>
            <a:stCxn id="1028" idx="3"/>
            <a:endCxn id="1048" idx="1"/>
          </p:cNvCxnSpPr>
          <p:nvPr/>
        </p:nvCxnSpPr>
        <p:spPr>
          <a:xfrm>
            <a:off x="2496782" y="2351251"/>
            <a:ext cx="2737769" cy="46394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8" name="Picture 24" descr="Apache kafka vertical logo - Ícones Social media e Logos">
            <a:extLst>
              <a:ext uri="{FF2B5EF4-FFF2-40B4-BE49-F238E27FC236}">
                <a16:creationId xmlns:a16="http://schemas.microsoft.com/office/drawing/2014/main" id="{8B93DFAE-744E-C72F-49BC-BA309F91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551" y="1902877"/>
            <a:ext cx="1745615" cy="182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B6D4D9F9-F30B-8132-C3E7-FBD8FF839A50}"/>
              </a:ext>
            </a:extLst>
          </p:cNvPr>
          <p:cNvCxnSpPr>
            <a:endCxn id="1048" idx="2"/>
          </p:cNvCxnSpPr>
          <p:nvPr/>
        </p:nvCxnSpPr>
        <p:spPr>
          <a:xfrm>
            <a:off x="1951437" y="3543500"/>
            <a:ext cx="4155922" cy="184012"/>
          </a:xfrm>
          <a:prstGeom prst="bentConnector4">
            <a:avLst>
              <a:gd name="adj1" fmla="val 39499"/>
              <a:gd name="adj2" fmla="val 22423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0" name="Picture 26" descr="Snowflake Cloud Data Platform - Our Technologies - DataSense">
            <a:extLst>
              <a:ext uri="{FF2B5EF4-FFF2-40B4-BE49-F238E27FC236}">
                <a16:creationId xmlns:a16="http://schemas.microsoft.com/office/drawing/2014/main" id="{E37B3AD7-2FF7-E5A4-51E7-2763952A6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08" y="3382221"/>
            <a:ext cx="1535148" cy="40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CD549CFE-78E4-5546-A985-DC422598BA0A}"/>
              </a:ext>
            </a:extLst>
          </p:cNvPr>
          <p:cNvCxnSpPr>
            <a:stCxn id="1036" idx="3"/>
            <a:endCxn id="1048" idx="2"/>
          </p:cNvCxnSpPr>
          <p:nvPr/>
        </p:nvCxnSpPr>
        <p:spPr>
          <a:xfrm flipV="1">
            <a:off x="1936053" y="3727512"/>
            <a:ext cx="4171306" cy="169583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A7AF34C9-5957-6CA7-DB4F-C158B3456336}"/>
              </a:ext>
            </a:extLst>
          </p:cNvPr>
          <p:cNvSpPr/>
          <p:nvPr/>
        </p:nvSpPr>
        <p:spPr>
          <a:xfrm>
            <a:off x="2496782" y="985524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0F3EEB2-E9EC-E0DC-332B-B14CE2451431}"/>
              </a:ext>
            </a:extLst>
          </p:cNvPr>
          <p:cNvSpPr/>
          <p:nvPr/>
        </p:nvSpPr>
        <p:spPr>
          <a:xfrm>
            <a:off x="3673048" y="985524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5D1D725-4766-C10A-63AB-150D7C3577B3}"/>
              </a:ext>
            </a:extLst>
          </p:cNvPr>
          <p:cNvSpPr/>
          <p:nvPr/>
        </p:nvSpPr>
        <p:spPr>
          <a:xfrm>
            <a:off x="5999480" y="1285241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F1DC503-1B98-0A11-DCF7-DF635D8228EF}"/>
              </a:ext>
            </a:extLst>
          </p:cNvPr>
          <p:cNvSpPr/>
          <p:nvPr/>
        </p:nvSpPr>
        <p:spPr>
          <a:xfrm>
            <a:off x="2511385" y="3442466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06003C8-EECF-C9D2-CEC8-5DEA45A3C511}"/>
              </a:ext>
            </a:extLst>
          </p:cNvPr>
          <p:cNvSpPr/>
          <p:nvPr/>
        </p:nvSpPr>
        <p:spPr>
          <a:xfrm>
            <a:off x="3696007" y="3868586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BC99CDD-E8F2-8543-3AB7-1045C5DC85F4}"/>
              </a:ext>
            </a:extLst>
          </p:cNvPr>
          <p:cNvSpPr/>
          <p:nvPr/>
        </p:nvSpPr>
        <p:spPr>
          <a:xfrm>
            <a:off x="5272214" y="3868586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0F1C894-7757-797A-1FD9-205576884C7F}"/>
              </a:ext>
            </a:extLst>
          </p:cNvPr>
          <p:cNvSpPr/>
          <p:nvPr/>
        </p:nvSpPr>
        <p:spPr>
          <a:xfrm>
            <a:off x="2992328" y="2254731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AC63A84-6E1B-1CA6-730E-23C80C75513D}"/>
              </a:ext>
            </a:extLst>
          </p:cNvPr>
          <p:cNvSpPr/>
          <p:nvPr/>
        </p:nvSpPr>
        <p:spPr>
          <a:xfrm>
            <a:off x="3971357" y="2722297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5381108-60ED-6753-F248-131C487ED9AE}"/>
              </a:ext>
            </a:extLst>
          </p:cNvPr>
          <p:cNvSpPr/>
          <p:nvPr/>
        </p:nvSpPr>
        <p:spPr>
          <a:xfrm>
            <a:off x="4352925" y="2722297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56" name="Picture 32" descr="Dashboard - Free seo and web icons">
            <a:extLst>
              <a:ext uri="{FF2B5EF4-FFF2-40B4-BE49-F238E27FC236}">
                <a16:creationId xmlns:a16="http://schemas.microsoft.com/office/drawing/2014/main" id="{B3207430-2C93-C228-DEF1-F769EA473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218" y="812303"/>
            <a:ext cx="945875" cy="94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Hurayin Technologies">
            <a:extLst>
              <a:ext uri="{FF2B5EF4-FFF2-40B4-BE49-F238E27FC236}">
                <a16:creationId xmlns:a16="http://schemas.microsoft.com/office/drawing/2014/main" id="{6933733B-27CC-59DF-E1F8-854D63D76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062" y="2193977"/>
            <a:ext cx="1224185" cy="105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utoShape 36" descr="Amazon S3 Simple Storage Service Vector Logo - Download Free SVG Icon |  Worldvectorlogo">
            <a:extLst>
              <a:ext uri="{FF2B5EF4-FFF2-40B4-BE49-F238E27FC236}">
                <a16:creationId xmlns:a16="http://schemas.microsoft.com/office/drawing/2014/main" id="{47019F23-DA88-1F13-763F-F00FE65F9C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62" name="Picture 38" descr="AWS Simple Icons Explained: The Storage Set | Gliffy by Perforce">
            <a:extLst>
              <a:ext uri="{FF2B5EF4-FFF2-40B4-BE49-F238E27FC236}">
                <a16:creationId xmlns:a16="http://schemas.microsoft.com/office/drawing/2014/main" id="{262122A6-D3F9-B040-FB5A-631B0A5D3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706" y="3581400"/>
            <a:ext cx="854387" cy="889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FA3CCA7-BA3D-4422-ABAC-483424036113}"/>
              </a:ext>
            </a:extLst>
          </p:cNvPr>
          <p:cNvCxnSpPr>
            <a:stCxn id="1048" idx="3"/>
            <a:endCxn id="1056" idx="1"/>
          </p:cNvCxnSpPr>
          <p:nvPr/>
        </p:nvCxnSpPr>
        <p:spPr>
          <a:xfrm flipV="1">
            <a:off x="6980166" y="1285241"/>
            <a:ext cx="2715052" cy="15299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ACD1FC8-3501-3D2B-0065-F85C23042F32}"/>
              </a:ext>
            </a:extLst>
          </p:cNvPr>
          <p:cNvCxnSpPr>
            <a:stCxn id="1048" idx="3"/>
            <a:endCxn id="1058" idx="1"/>
          </p:cNvCxnSpPr>
          <p:nvPr/>
        </p:nvCxnSpPr>
        <p:spPr>
          <a:xfrm flipV="1">
            <a:off x="6980166" y="2722297"/>
            <a:ext cx="2575896" cy="92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9A05309-53F4-4D8B-86E8-320D54829642}"/>
              </a:ext>
            </a:extLst>
          </p:cNvPr>
          <p:cNvCxnSpPr>
            <a:cxnSpLocks/>
            <a:stCxn id="1048" idx="3"/>
            <a:endCxn id="1062" idx="1"/>
          </p:cNvCxnSpPr>
          <p:nvPr/>
        </p:nvCxnSpPr>
        <p:spPr>
          <a:xfrm>
            <a:off x="6980166" y="2815195"/>
            <a:ext cx="2806540" cy="1210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123B01FA-9D80-0B5B-C20A-749C465A857E}"/>
              </a:ext>
            </a:extLst>
          </p:cNvPr>
          <p:cNvCxnSpPr>
            <a:cxnSpLocks/>
            <a:stCxn id="1048" idx="3"/>
            <a:endCxn id="1034" idx="1"/>
          </p:cNvCxnSpPr>
          <p:nvPr/>
        </p:nvCxnSpPr>
        <p:spPr>
          <a:xfrm>
            <a:off x="6980166" y="2815195"/>
            <a:ext cx="2806540" cy="2608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396890E5-CB04-8B46-01F1-ED2C12DB1029}"/>
              </a:ext>
            </a:extLst>
          </p:cNvPr>
          <p:cNvSpPr/>
          <p:nvPr/>
        </p:nvSpPr>
        <p:spPr>
          <a:xfrm>
            <a:off x="7473134" y="2408066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E5A368DA-B95F-06DD-1006-680C65BAEBCD}"/>
              </a:ext>
            </a:extLst>
          </p:cNvPr>
          <p:cNvSpPr/>
          <p:nvPr/>
        </p:nvSpPr>
        <p:spPr>
          <a:xfrm>
            <a:off x="8236546" y="1953698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3FDBE786-BFE4-066C-1DAB-ECB78367DDD6}"/>
              </a:ext>
            </a:extLst>
          </p:cNvPr>
          <p:cNvSpPr/>
          <p:nvPr/>
        </p:nvSpPr>
        <p:spPr>
          <a:xfrm>
            <a:off x="8969255" y="1565138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F9255230-B51E-2418-2F8C-C2BD3FDC27D0}"/>
              </a:ext>
            </a:extLst>
          </p:cNvPr>
          <p:cNvSpPr/>
          <p:nvPr/>
        </p:nvSpPr>
        <p:spPr>
          <a:xfrm>
            <a:off x="7359101" y="2936386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DF69C677-35BF-37FB-7B69-85404235FBA6}"/>
              </a:ext>
            </a:extLst>
          </p:cNvPr>
          <p:cNvSpPr/>
          <p:nvPr/>
        </p:nvSpPr>
        <p:spPr>
          <a:xfrm>
            <a:off x="7953800" y="3174250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EE1F480E-A2A6-E1FE-1E55-383E4C31DA4F}"/>
              </a:ext>
            </a:extLst>
          </p:cNvPr>
          <p:cNvSpPr/>
          <p:nvPr/>
        </p:nvSpPr>
        <p:spPr>
          <a:xfrm>
            <a:off x="9324303" y="3780501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E35F6E41-C6E5-B8C6-9CC3-F1BAFD4C787C}"/>
              </a:ext>
            </a:extLst>
          </p:cNvPr>
          <p:cNvSpPr/>
          <p:nvPr/>
        </p:nvSpPr>
        <p:spPr>
          <a:xfrm>
            <a:off x="2525489" y="5322308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B0DCEB4A-3B73-25AC-7E23-1B4208746DF3}"/>
              </a:ext>
            </a:extLst>
          </p:cNvPr>
          <p:cNvSpPr/>
          <p:nvPr/>
        </p:nvSpPr>
        <p:spPr>
          <a:xfrm>
            <a:off x="3994567" y="5322308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08EED301-650F-379B-2DFB-5D551334F8AD}"/>
              </a:ext>
            </a:extLst>
          </p:cNvPr>
          <p:cNvSpPr/>
          <p:nvPr/>
        </p:nvSpPr>
        <p:spPr>
          <a:xfrm>
            <a:off x="5999480" y="4248628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22A9C3D5-B07C-3DBA-26A7-79385E78C513}"/>
              </a:ext>
            </a:extLst>
          </p:cNvPr>
          <p:cNvSpPr/>
          <p:nvPr/>
        </p:nvSpPr>
        <p:spPr>
          <a:xfrm>
            <a:off x="7592695" y="3407972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15FBFB0D-616E-14E5-2F2D-E921B3BF0D5B}"/>
              </a:ext>
            </a:extLst>
          </p:cNvPr>
          <p:cNvSpPr/>
          <p:nvPr/>
        </p:nvSpPr>
        <p:spPr>
          <a:xfrm>
            <a:off x="8090768" y="3832990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FC09878D-5C7A-265B-51D4-6D7AD29D6356}"/>
              </a:ext>
            </a:extLst>
          </p:cNvPr>
          <p:cNvSpPr/>
          <p:nvPr/>
        </p:nvSpPr>
        <p:spPr>
          <a:xfrm>
            <a:off x="8379864" y="4118928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E0EE6072-A6BB-EF55-D3B4-83DBE4677CD2}"/>
              </a:ext>
            </a:extLst>
          </p:cNvPr>
          <p:cNvSpPr/>
          <p:nvPr/>
        </p:nvSpPr>
        <p:spPr>
          <a:xfrm>
            <a:off x="9131263" y="4842327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A96FC7BF-6054-D199-3A36-9986766EBE11}"/>
              </a:ext>
            </a:extLst>
          </p:cNvPr>
          <p:cNvSpPr/>
          <p:nvPr/>
        </p:nvSpPr>
        <p:spPr>
          <a:xfrm>
            <a:off x="7897728" y="2129864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222DED1-754F-5F99-6524-5671A4BBEFB0}"/>
              </a:ext>
            </a:extLst>
          </p:cNvPr>
          <p:cNvSpPr/>
          <p:nvPr/>
        </p:nvSpPr>
        <p:spPr>
          <a:xfrm>
            <a:off x="8652088" y="1702400"/>
            <a:ext cx="193040" cy="1930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3009F3A-00CD-C7C9-B763-CF40DA0D20EA}"/>
              </a:ext>
            </a:extLst>
          </p:cNvPr>
          <p:cNvSpPr/>
          <p:nvPr/>
        </p:nvSpPr>
        <p:spPr>
          <a:xfrm>
            <a:off x="9226332" y="2615430"/>
            <a:ext cx="193040" cy="193040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43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união on-line com preenchimento sólido">
            <a:extLst>
              <a:ext uri="{FF2B5EF4-FFF2-40B4-BE49-F238E27FC236}">
                <a16:creationId xmlns:a16="http://schemas.microsoft.com/office/drawing/2014/main" id="{8FD6AABE-7E27-B395-4194-595D8275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2626360"/>
            <a:ext cx="914400" cy="914400"/>
          </a:xfrm>
          <a:prstGeom prst="rect">
            <a:avLst/>
          </a:prstGeom>
        </p:spPr>
      </p:pic>
      <p:pic>
        <p:nvPicPr>
          <p:cNvPr id="11" name="Gráfico 10" descr="Servidor estrutura de tópicos">
            <a:extLst>
              <a:ext uri="{FF2B5EF4-FFF2-40B4-BE49-F238E27FC236}">
                <a16:creationId xmlns:a16="http://schemas.microsoft.com/office/drawing/2014/main" id="{036EAEC0-E764-5E72-BDD8-4FFBAC113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7360" y="2626360"/>
            <a:ext cx="914400" cy="914400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7E662A3-FAE8-E90F-2B5F-0C09B1AF8B35}"/>
              </a:ext>
            </a:extLst>
          </p:cNvPr>
          <p:cNvCxnSpPr/>
          <p:nvPr/>
        </p:nvCxnSpPr>
        <p:spPr>
          <a:xfrm>
            <a:off x="1737360" y="3083560"/>
            <a:ext cx="127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áfico 14" descr="Enviar com preenchimento sólido">
            <a:extLst>
              <a:ext uri="{FF2B5EF4-FFF2-40B4-BE49-F238E27FC236}">
                <a16:creationId xmlns:a16="http://schemas.microsoft.com/office/drawing/2014/main" id="{E6AB681A-AD99-D083-9D19-0F572BA93B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3160" y="1412240"/>
            <a:ext cx="612000" cy="6120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BFC872B-2984-1413-B4EF-123EE0ADD6A5}"/>
              </a:ext>
            </a:extLst>
          </p:cNvPr>
          <p:cNvSpPr txBox="1"/>
          <p:nvPr/>
        </p:nvSpPr>
        <p:spPr>
          <a:xfrm>
            <a:off x="3119120" y="3540760"/>
            <a:ext cx="69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Servidor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0F5E4C9-223D-E42F-D946-D5A1397B80E9}"/>
              </a:ext>
            </a:extLst>
          </p:cNvPr>
          <p:cNvSpPr txBox="1"/>
          <p:nvPr/>
        </p:nvSpPr>
        <p:spPr>
          <a:xfrm>
            <a:off x="4632960" y="2016760"/>
            <a:ext cx="1264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o estoque </a:t>
            </a:r>
          </a:p>
        </p:txBody>
      </p:sp>
      <p:pic>
        <p:nvPicPr>
          <p:cNvPr id="19" name="Gráfico 18" descr="Sirene com preenchimento sólido">
            <a:extLst>
              <a:ext uri="{FF2B5EF4-FFF2-40B4-BE49-F238E27FC236}">
                <a16:creationId xmlns:a16="http://schemas.microsoft.com/office/drawing/2014/main" id="{82E884FE-4489-4CBB-4141-F3D4FFA519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0450" y="2621280"/>
            <a:ext cx="612000" cy="6120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7AD480C-C6FF-4317-5D92-9B86FD4CCD40}"/>
              </a:ext>
            </a:extLst>
          </p:cNvPr>
          <p:cNvSpPr txBox="1"/>
          <p:nvPr/>
        </p:nvSpPr>
        <p:spPr>
          <a:xfrm>
            <a:off x="4704080" y="3228350"/>
            <a:ext cx="1046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Verifica Fraude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016F0B67-FAEC-BB2B-63E8-C8F32C9BE974}"/>
              </a:ext>
            </a:extLst>
          </p:cNvPr>
          <p:cNvCxnSpPr>
            <a:endCxn id="17" idx="1"/>
          </p:cNvCxnSpPr>
          <p:nvPr/>
        </p:nvCxnSpPr>
        <p:spPr>
          <a:xfrm flipV="1">
            <a:off x="3921760" y="2147565"/>
            <a:ext cx="711200" cy="93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4B772FF0-275E-229F-E02B-A63CAEFBDC7F}"/>
              </a:ext>
            </a:extLst>
          </p:cNvPr>
          <p:cNvCxnSpPr/>
          <p:nvPr/>
        </p:nvCxnSpPr>
        <p:spPr>
          <a:xfrm>
            <a:off x="3921760" y="3083560"/>
            <a:ext cx="782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áfico 25" descr="Cartão de crédito com preenchimento sólido">
            <a:extLst>
              <a:ext uri="{FF2B5EF4-FFF2-40B4-BE49-F238E27FC236}">
                <a16:creationId xmlns:a16="http://schemas.microsoft.com/office/drawing/2014/main" id="{75DB6F59-7CC4-C832-4A8F-9CBD070BAE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32880" y="2752085"/>
            <a:ext cx="612000" cy="6120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FDB51CEC-E469-2877-825E-D5028C4CA4F3}"/>
              </a:ext>
            </a:extLst>
          </p:cNvPr>
          <p:cNvSpPr txBox="1"/>
          <p:nvPr/>
        </p:nvSpPr>
        <p:spPr>
          <a:xfrm>
            <a:off x="6532880" y="3228350"/>
            <a:ext cx="772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Cobra do cartão de credito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7AA3817C-C67B-A9E2-8F59-C9C2AEC6DFB3}"/>
              </a:ext>
            </a:extLst>
          </p:cNvPr>
          <p:cNvCxnSpPr>
            <a:cxnSpLocks/>
          </p:cNvCxnSpPr>
          <p:nvPr/>
        </p:nvCxnSpPr>
        <p:spPr>
          <a:xfrm>
            <a:off x="5557520" y="3040380"/>
            <a:ext cx="894080" cy="1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áfico 30" descr="Área de Transferência com preenchimento sólido">
            <a:extLst>
              <a:ext uri="{FF2B5EF4-FFF2-40B4-BE49-F238E27FC236}">
                <a16:creationId xmlns:a16="http://schemas.microsoft.com/office/drawing/2014/main" id="{EE60A9A8-6837-B2FF-D713-3573B279CA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64510" y="2787645"/>
            <a:ext cx="612000" cy="612000"/>
          </a:xfrm>
          <a:prstGeom prst="rect">
            <a:avLst/>
          </a:prstGeom>
        </p:spPr>
      </p:pic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FA8EC636-87A2-9CD2-D5B7-41026F8DBAF8}"/>
              </a:ext>
            </a:extLst>
          </p:cNvPr>
          <p:cNvCxnSpPr>
            <a:cxnSpLocks/>
          </p:cNvCxnSpPr>
          <p:nvPr/>
        </p:nvCxnSpPr>
        <p:spPr>
          <a:xfrm>
            <a:off x="7170430" y="3083560"/>
            <a:ext cx="894080" cy="1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730CE0D-0515-F5A3-9543-C12A3A3737ED}"/>
              </a:ext>
            </a:extLst>
          </p:cNvPr>
          <p:cNvSpPr txBox="1"/>
          <p:nvPr/>
        </p:nvSpPr>
        <p:spPr>
          <a:xfrm>
            <a:off x="8036560" y="3429000"/>
            <a:ext cx="772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Gera NF</a:t>
            </a:r>
          </a:p>
        </p:txBody>
      </p:sp>
      <p:pic>
        <p:nvPicPr>
          <p:cNvPr id="35" name="Gráfico 34" descr="Marca de seleção com preenchimento sólido">
            <a:extLst>
              <a:ext uri="{FF2B5EF4-FFF2-40B4-BE49-F238E27FC236}">
                <a16:creationId xmlns:a16="http://schemas.microsoft.com/office/drawing/2014/main" id="{1685DE52-2B11-EA16-D087-5ED4ED422C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58202" y="2840994"/>
            <a:ext cx="180000" cy="180000"/>
          </a:xfrm>
          <a:prstGeom prst="rect">
            <a:avLst/>
          </a:prstGeom>
        </p:spPr>
      </p:pic>
      <p:pic>
        <p:nvPicPr>
          <p:cNvPr id="36" name="Gráfico 35" descr="Marca de seleção com preenchimento sólido">
            <a:extLst>
              <a:ext uri="{FF2B5EF4-FFF2-40B4-BE49-F238E27FC236}">
                <a16:creationId xmlns:a16="http://schemas.microsoft.com/office/drawing/2014/main" id="{2253A03C-18D3-8F17-939D-DF7868827C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34112" y="2884175"/>
            <a:ext cx="180000" cy="180000"/>
          </a:xfrm>
          <a:prstGeom prst="rect">
            <a:avLst/>
          </a:prstGeom>
        </p:spPr>
      </p:pic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1AF8A66-769F-C7D5-F095-BC1C9866E09D}"/>
              </a:ext>
            </a:extLst>
          </p:cNvPr>
          <p:cNvCxnSpPr>
            <a:cxnSpLocks/>
          </p:cNvCxnSpPr>
          <p:nvPr/>
        </p:nvCxnSpPr>
        <p:spPr>
          <a:xfrm>
            <a:off x="5567680" y="3055620"/>
            <a:ext cx="749310" cy="1160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áfico 41" descr="Fechar com preenchimento sólido">
            <a:extLst>
              <a:ext uri="{FF2B5EF4-FFF2-40B4-BE49-F238E27FC236}">
                <a16:creationId xmlns:a16="http://schemas.microsoft.com/office/drawing/2014/main" id="{79C6F0EA-A07F-7FEB-AB05-BAF3CC0A78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06000" y="3559805"/>
            <a:ext cx="180000" cy="180000"/>
          </a:xfrm>
          <a:prstGeom prst="rect">
            <a:avLst/>
          </a:prstGeom>
        </p:spPr>
      </p:pic>
      <p:pic>
        <p:nvPicPr>
          <p:cNvPr id="44" name="Gráfico 43" descr="E-mail com preenchimento sólido">
            <a:extLst>
              <a:ext uri="{FF2B5EF4-FFF2-40B4-BE49-F238E27FC236}">
                <a16:creationId xmlns:a16="http://schemas.microsoft.com/office/drawing/2014/main" id="{06BEA1C4-7D2F-28B2-EADF-96AF6BCDB5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48670" y="3998779"/>
            <a:ext cx="612000" cy="612000"/>
          </a:xfrm>
          <a:prstGeom prst="rect">
            <a:avLst/>
          </a:prstGeom>
        </p:spPr>
      </p:pic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E8A41F0F-73C3-5309-C8D9-43B2F3A5AA58}"/>
              </a:ext>
            </a:extLst>
          </p:cNvPr>
          <p:cNvCxnSpPr>
            <a:cxnSpLocks/>
            <a:stCxn id="44" idx="1"/>
            <a:endCxn id="16" idx="3"/>
          </p:cNvCxnSpPr>
          <p:nvPr/>
        </p:nvCxnSpPr>
        <p:spPr>
          <a:xfrm flipH="1" flipV="1">
            <a:off x="3810000" y="3671565"/>
            <a:ext cx="2538670" cy="633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ABB060BF-A0B9-D54B-8F54-4E2407FAD680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645043" y="3399645"/>
            <a:ext cx="1474077" cy="271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2B457E5C-4BF1-CE0B-21C6-E8DD952A21C6}"/>
              </a:ext>
            </a:extLst>
          </p:cNvPr>
          <p:cNvCxnSpPr>
            <a:stCxn id="26" idx="0"/>
            <a:endCxn id="17" idx="3"/>
          </p:cNvCxnSpPr>
          <p:nvPr/>
        </p:nvCxnSpPr>
        <p:spPr>
          <a:xfrm flipH="1" flipV="1">
            <a:off x="5897880" y="2147565"/>
            <a:ext cx="941000" cy="604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01AC9BB2-2C3C-A9E2-87C7-89AE6C8D2180}"/>
              </a:ext>
            </a:extLst>
          </p:cNvPr>
          <p:cNvCxnSpPr>
            <a:endCxn id="17" idx="2"/>
          </p:cNvCxnSpPr>
          <p:nvPr/>
        </p:nvCxnSpPr>
        <p:spPr>
          <a:xfrm flipH="1" flipV="1">
            <a:off x="5265420" y="2278370"/>
            <a:ext cx="1389250" cy="1709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áfico 55" descr="Narrativa estrutura de tópicos">
            <a:extLst>
              <a:ext uri="{FF2B5EF4-FFF2-40B4-BE49-F238E27FC236}">
                <a16:creationId xmlns:a16="http://schemas.microsoft.com/office/drawing/2014/main" id="{DA5239D6-3C53-17B4-5D5F-64FD64B5924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65440" y="4304779"/>
            <a:ext cx="914400" cy="914400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83324F9C-6CD9-AA25-2C8A-BA6AE7933B2A}"/>
              </a:ext>
            </a:extLst>
          </p:cNvPr>
          <p:cNvSpPr txBox="1"/>
          <p:nvPr/>
        </p:nvSpPr>
        <p:spPr>
          <a:xfrm>
            <a:off x="8107680" y="5219179"/>
            <a:ext cx="701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Sistema de Log</a:t>
            </a:r>
          </a:p>
        </p:txBody>
      </p: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E22155BA-B762-3CE1-5EC4-9FDA814E9291}"/>
              </a:ext>
            </a:extLst>
          </p:cNvPr>
          <p:cNvCxnSpPr>
            <a:cxnSpLocks/>
            <a:stCxn id="44" idx="3"/>
            <a:endCxn id="57" idx="1"/>
          </p:cNvCxnSpPr>
          <p:nvPr/>
        </p:nvCxnSpPr>
        <p:spPr>
          <a:xfrm>
            <a:off x="6960670" y="4304779"/>
            <a:ext cx="1147010" cy="11298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BCB2F44E-B93B-35DB-12C2-6DD3831F51A3}"/>
              </a:ext>
            </a:extLst>
          </p:cNvPr>
          <p:cNvCxnSpPr/>
          <p:nvPr/>
        </p:nvCxnSpPr>
        <p:spPr>
          <a:xfrm>
            <a:off x="3616960" y="3693160"/>
            <a:ext cx="4643120" cy="18938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9B2DEAAE-305D-9995-C272-6FE7DD31E87F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5457665" y="3006215"/>
            <a:ext cx="2507775" cy="17557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243A0080-D567-F2D3-F2FC-B275BA9E8E4A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5457665" y="1868868"/>
            <a:ext cx="2964975" cy="243591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E4CB35F9-34B9-E66D-7EE5-128A99F8436C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8422640" y="3690610"/>
            <a:ext cx="37305" cy="61416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áfico 71" descr="Gráfico de barras estrutura de tópicos">
            <a:extLst>
              <a:ext uri="{FF2B5EF4-FFF2-40B4-BE49-F238E27FC236}">
                <a16:creationId xmlns:a16="http://schemas.microsoft.com/office/drawing/2014/main" id="{F1A62FD4-BE52-084D-7B2A-EEFD5AB33A1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6510" y="714111"/>
            <a:ext cx="914400" cy="914400"/>
          </a:xfrm>
          <a:prstGeom prst="rect">
            <a:avLst/>
          </a:prstGeom>
        </p:spPr>
      </p:pic>
      <p:sp>
        <p:nvSpPr>
          <p:cNvPr id="73" name="CaixaDeTexto 72">
            <a:extLst>
              <a:ext uri="{FF2B5EF4-FFF2-40B4-BE49-F238E27FC236}">
                <a16:creationId xmlns:a16="http://schemas.microsoft.com/office/drawing/2014/main" id="{E7DE85EF-C784-3F98-7904-9236E00D2F86}"/>
              </a:ext>
            </a:extLst>
          </p:cNvPr>
          <p:cNvSpPr txBox="1"/>
          <p:nvPr/>
        </p:nvSpPr>
        <p:spPr>
          <a:xfrm>
            <a:off x="8808720" y="1550823"/>
            <a:ext cx="772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Analytics</a:t>
            </a:r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218B7449-FDBC-776F-507C-223CD6AA2B22}"/>
              </a:ext>
            </a:extLst>
          </p:cNvPr>
          <p:cNvCxnSpPr>
            <a:cxnSpLocks/>
            <a:stCxn id="57" idx="2"/>
            <a:endCxn id="73" idx="2"/>
          </p:cNvCxnSpPr>
          <p:nvPr/>
        </p:nvCxnSpPr>
        <p:spPr>
          <a:xfrm flipV="1">
            <a:off x="8458200" y="1812433"/>
            <a:ext cx="736600" cy="3837633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245E7091-CD7A-2840-E77A-4A5E64916765}"/>
              </a:ext>
            </a:extLst>
          </p:cNvPr>
          <p:cNvCxnSpPr>
            <a:cxnSpLocks/>
            <a:stCxn id="31" idx="0"/>
            <a:endCxn id="73" idx="2"/>
          </p:cNvCxnSpPr>
          <p:nvPr/>
        </p:nvCxnSpPr>
        <p:spPr>
          <a:xfrm flipV="1">
            <a:off x="8370510" y="1812433"/>
            <a:ext cx="824290" cy="975212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B78C06A1-F893-8E44-F53E-C1A7952F3B3F}"/>
              </a:ext>
            </a:extLst>
          </p:cNvPr>
          <p:cNvCxnSpPr>
            <a:cxnSpLocks/>
          </p:cNvCxnSpPr>
          <p:nvPr/>
        </p:nvCxnSpPr>
        <p:spPr>
          <a:xfrm flipV="1">
            <a:off x="6824434" y="1812433"/>
            <a:ext cx="2215738" cy="2489796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0CB9186F-5017-46D2-37E0-A4BC70650C90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918960" y="1235098"/>
            <a:ext cx="1932159" cy="1993252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20B22E20-A097-0160-B690-108427553EB7}"/>
              </a:ext>
            </a:extLst>
          </p:cNvPr>
          <p:cNvCxnSpPr>
            <a:cxnSpLocks/>
          </p:cNvCxnSpPr>
          <p:nvPr/>
        </p:nvCxnSpPr>
        <p:spPr>
          <a:xfrm flipV="1">
            <a:off x="5593466" y="1189384"/>
            <a:ext cx="3083044" cy="525435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>
            <a:extLst>
              <a:ext uri="{FF2B5EF4-FFF2-40B4-BE49-F238E27FC236}">
                <a16:creationId xmlns:a16="http://schemas.microsoft.com/office/drawing/2014/main" id="{B5B969D6-90CB-0A98-50DF-F41B6F10748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562450" y="1137515"/>
            <a:ext cx="3083044" cy="1789765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42A5BD17-3D1C-9E7D-71D3-73FB21C126C6}"/>
              </a:ext>
            </a:extLst>
          </p:cNvPr>
          <p:cNvCxnSpPr>
            <a:cxnSpLocks/>
          </p:cNvCxnSpPr>
          <p:nvPr/>
        </p:nvCxnSpPr>
        <p:spPr>
          <a:xfrm flipV="1">
            <a:off x="3763143" y="1289915"/>
            <a:ext cx="5034751" cy="1687906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1BC4155-1389-E080-3DA4-5C6AE56A30B9}"/>
              </a:ext>
            </a:extLst>
          </p:cNvPr>
          <p:cNvSpPr txBox="1"/>
          <p:nvPr/>
        </p:nvSpPr>
        <p:spPr>
          <a:xfrm>
            <a:off x="6331812" y="4640091"/>
            <a:ext cx="772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Usuário</a:t>
            </a:r>
          </a:p>
        </p:txBody>
      </p:sp>
    </p:spTree>
    <p:extLst>
      <p:ext uri="{BB962C8B-B14F-4D97-AF65-F5344CB8AC3E}">
        <p14:creationId xmlns:p14="http://schemas.microsoft.com/office/powerpoint/2010/main" val="194241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C241-775F-0AB5-3546-CE410C81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 descr="Reunião on-line com preenchimento sólido">
            <a:extLst>
              <a:ext uri="{FF2B5EF4-FFF2-40B4-BE49-F238E27FC236}">
                <a16:creationId xmlns:a16="http://schemas.microsoft.com/office/drawing/2014/main" id="{188D1FE8-F50F-D891-E03F-26E7EE971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2626360"/>
            <a:ext cx="914400" cy="914400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84AD1CC-12F9-5C54-5C57-117218FC1619}"/>
              </a:ext>
            </a:extLst>
          </p:cNvPr>
          <p:cNvCxnSpPr/>
          <p:nvPr/>
        </p:nvCxnSpPr>
        <p:spPr>
          <a:xfrm>
            <a:off x="1737360" y="3083560"/>
            <a:ext cx="127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 descr="Servidor estrutura de tópicos">
            <a:extLst>
              <a:ext uri="{FF2B5EF4-FFF2-40B4-BE49-F238E27FC236}">
                <a16:creationId xmlns:a16="http://schemas.microsoft.com/office/drawing/2014/main" id="{A543CEEE-9857-5693-E4C3-A211E5864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7360" y="2626360"/>
            <a:ext cx="914400" cy="914400"/>
          </a:xfrm>
          <a:prstGeom prst="rect">
            <a:avLst/>
          </a:prstGeom>
        </p:spPr>
      </p:pic>
      <p:pic>
        <p:nvPicPr>
          <p:cNvPr id="5" name="Gráfico 4" descr="Enviar com preenchimento sólido">
            <a:extLst>
              <a:ext uri="{FF2B5EF4-FFF2-40B4-BE49-F238E27FC236}">
                <a16:creationId xmlns:a16="http://schemas.microsoft.com/office/drawing/2014/main" id="{C668B37E-144E-E8E8-8882-6BCDD177AC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3160" y="1412240"/>
            <a:ext cx="612000" cy="612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A40A265-C93A-D4C5-753A-D7997A761CED}"/>
              </a:ext>
            </a:extLst>
          </p:cNvPr>
          <p:cNvSpPr txBox="1"/>
          <p:nvPr/>
        </p:nvSpPr>
        <p:spPr>
          <a:xfrm>
            <a:off x="4632960" y="2016760"/>
            <a:ext cx="1264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o estoque </a:t>
            </a:r>
          </a:p>
        </p:txBody>
      </p:sp>
      <p:pic>
        <p:nvPicPr>
          <p:cNvPr id="8" name="Gráfico 7" descr="Sirene com preenchimento sólido">
            <a:extLst>
              <a:ext uri="{FF2B5EF4-FFF2-40B4-BE49-F238E27FC236}">
                <a16:creationId xmlns:a16="http://schemas.microsoft.com/office/drawing/2014/main" id="{216E3111-90F3-0A39-290B-49DA206006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0450" y="2621280"/>
            <a:ext cx="612000" cy="612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6A0282A-94CE-2CEE-2071-9F77A83178A0}"/>
              </a:ext>
            </a:extLst>
          </p:cNvPr>
          <p:cNvSpPr txBox="1"/>
          <p:nvPr/>
        </p:nvSpPr>
        <p:spPr>
          <a:xfrm>
            <a:off x="4704080" y="3228350"/>
            <a:ext cx="1046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Verifica Fraude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FF493F1-ED31-E6A9-0E8E-F8FBD4743B2C}"/>
              </a:ext>
            </a:extLst>
          </p:cNvPr>
          <p:cNvCxnSpPr>
            <a:endCxn id="6" idx="1"/>
          </p:cNvCxnSpPr>
          <p:nvPr/>
        </p:nvCxnSpPr>
        <p:spPr>
          <a:xfrm flipV="1">
            <a:off x="3921760" y="2147565"/>
            <a:ext cx="711200" cy="935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0B452B2-2F5C-B3D7-C304-686977A9586D}"/>
              </a:ext>
            </a:extLst>
          </p:cNvPr>
          <p:cNvCxnSpPr/>
          <p:nvPr/>
        </p:nvCxnSpPr>
        <p:spPr>
          <a:xfrm>
            <a:off x="3921760" y="3083560"/>
            <a:ext cx="782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áfico 13" descr="Cartão de crédito com preenchimento sólido">
            <a:extLst>
              <a:ext uri="{FF2B5EF4-FFF2-40B4-BE49-F238E27FC236}">
                <a16:creationId xmlns:a16="http://schemas.microsoft.com/office/drawing/2014/main" id="{76629F03-3314-720C-77B9-910F48EAF4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32880" y="2752085"/>
            <a:ext cx="612000" cy="612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BC242EC-A341-9434-9D48-EFB1E9F9F191}"/>
              </a:ext>
            </a:extLst>
          </p:cNvPr>
          <p:cNvSpPr txBox="1"/>
          <p:nvPr/>
        </p:nvSpPr>
        <p:spPr>
          <a:xfrm>
            <a:off x="6532880" y="3228350"/>
            <a:ext cx="772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Cobra do cartão de credito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7B62125-5F87-092C-B5F1-421CAF63A318}"/>
              </a:ext>
            </a:extLst>
          </p:cNvPr>
          <p:cNvCxnSpPr>
            <a:cxnSpLocks/>
          </p:cNvCxnSpPr>
          <p:nvPr/>
        </p:nvCxnSpPr>
        <p:spPr>
          <a:xfrm>
            <a:off x="5557520" y="3040380"/>
            <a:ext cx="894080" cy="1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áfico 22" descr="Marca de seleção com preenchimento sólido">
            <a:extLst>
              <a:ext uri="{FF2B5EF4-FFF2-40B4-BE49-F238E27FC236}">
                <a16:creationId xmlns:a16="http://schemas.microsoft.com/office/drawing/2014/main" id="{7D512C16-D5D3-D00D-1C79-6CE0CCF36E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58202" y="2840994"/>
            <a:ext cx="180000" cy="180000"/>
          </a:xfrm>
          <a:prstGeom prst="rect">
            <a:avLst/>
          </a:prstGeom>
        </p:spPr>
      </p:pic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3A6F85F7-6B82-2C9E-2558-154217B6DD99}"/>
              </a:ext>
            </a:extLst>
          </p:cNvPr>
          <p:cNvCxnSpPr>
            <a:cxnSpLocks/>
          </p:cNvCxnSpPr>
          <p:nvPr/>
        </p:nvCxnSpPr>
        <p:spPr>
          <a:xfrm>
            <a:off x="5567680" y="3055620"/>
            <a:ext cx="749310" cy="1160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áfico 28" descr="Fechar com preenchimento sólido">
            <a:extLst>
              <a:ext uri="{FF2B5EF4-FFF2-40B4-BE49-F238E27FC236}">
                <a16:creationId xmlns:a16="http://schemas.microsoft.com/office/drawing/2014/main" id="{3578678A-E79A-23A6-619F-63CFD9146C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06000" y="3559805"/>
            <a:ext cx="180000" cy="180000"/>
          </a:xfrm>
          <a:prstGeom prst="rect">
            <a:avLst/>
          </a:prstGeom>
        </p:spPr>
      </p:pic>
      <p:pic>
        <p:nvPicPr>
          <p:cNvPr id="30" name="Gráfico 29" descr="E-mail com preenchimento sólido">
            <a:extLst>
              <a:ext uri="{FF2B5EF4-FFF2-40B4-BE49-F238E27FC236}">
                <a16:creationId xmlns:a16="http://schemas.microsoft.com/office/drawing/2014/main" id="{476393DE-6EFD-B66C-D9D2-737E1B772B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48670" y="3998779"/>
            <a:ext cx="612000" cy="612000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C13581AA-A31F-26E3-F328-7357BE816120}"/>
              </a:ext>
            </a:extLst>
          </p:cNvPr>
          <p:cNvSpPr txBox="1"/>
          <p:nvPr/>
        </p:nvSpPr>
        <p:spPr>
          <a:xfrm>
            <a:off x="6331812" y="4640091"/>
            <a:ext cx="772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Usuário</a:t>
            </a:r>
          </a:p>
        </p:txBody>
      </p:sp>
      <p:pic>
        <p:nvPicPr>
          <p:cNvPr id="41" name="Gráfico 40" descr="Área de Transferência com preenchimento sólido">
            <a:extLst>
              <a:ext uri="{FF2B5EF4-FFF2-40B4-BE49-F238E27FC236}">
                <a16:creationId xmlns:a16="http://schemas.microsoft.com/office/drawing/2014/main" id="{15C6D415-48B8-7E3C-CE59-A0887F81A8F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64510" y="2787645"/>
            <a:ext cx="612000" cy="612000"/>
          </a:xfrm>
          <a:prstGeom prst="rect">
            <a:avLst/>
          </a:prstGeom>
        </p:spPr>
      </p:pic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5D15AB9F-36D4-B8E3-FC7F-82ED008AE795}"/>
              </a:ext>
            </a:extLst>
          </p:cNvPr>
          <p:cNvCxnSpPr>
            <a:cxnSpLocks/>
          </p:cNvCxnSpPr>
          <p:nvPr/>
        </p:nvCxnSpPr>
        <p:spPr>
          <a:xfrm>
            <a:off x="7170430" y="3083560"/>
            <a:ext cx="894080" cy="15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áfico 44" descr="Marca de seleção com preenchimento sólido">
            <a:extLst>
              <a:ext uri="{FF2B5EF4-FFF2-40B4-BE49-F238E27FC236}">
                <a16:creationId xmlns:a16="http://schemas.microsoft.com/office/drawing/2014/main" id="{701B3324-8174-E8CD-3954-B3CE1BDEE82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34112" y="2884175"/>
            <a:ext cx="180000" cy="180000"/>
          </a:xfrm>
          <a:prstGeom prst="rect">
            <a:avLst/>
          </a:prstGeom>
        </p:spPr>
      </p:pic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F1C06A19-EE0F-0E7A-E6CC-0AF98D7D5AEA}"/>
              </a:ext>
            </a:extLst>
          </p:cNvPr>
          <p:cNvCxnSpPr>
            <a:cxnSpLocks/>
          </p:cNvCxnSpPr>
          <p:nvPr/>
        </p:nvCxnSpPr>
        <p:spPr>
          <a:xfrm flipH="1" flipV="1">
            <a:off x="3810000" y="3671565"/>
            <a:ext cx="2538670" cy="633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A834578A-7DF2-86DC-8969-8C6B500A7B03}"/>
              </a:ext>
            </a:extLst>
          </p:cNvPr>
          <p:cNvCxnSpPr/>
          <p:nvPr/>
        </p:nvCxnSpPr>
        <p:spPr>
          <a:xfrm flipH="1" flipV="1">
            <a:off x="5778340" y="2148095"/>
            <a:ext cx="941000" cy="604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Gráfico 62" descr="Narrativa estrutura de tópicos">
            <a:extLst>
              <a:ext uri="{FF2B5EF4-FFF2-40B4-BE49-F238E27FC236}">
                <a16:creationId xmlns:a16="http://schemas.microsoft.com/office/drawing/2014/main" id="{2D8F1A97-BDF8-408C-2365-1BD11AD15C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65440" y="4304779"/>
            <a:ext cx="914400" cy="91440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EE2595F0-F58D-20BA-5A48-0356555A71A3}"/>
              </a:ext>
            </a:extLst>
          </p:cNvPr>
          <p:cNvSpPr txBox="1"/>
          <p:nvPr/>
        </p:nvSpPr>
        <p:spPr>
          <a:xfrm>
            <a:off x="8107680" y="5219179"/>
            <a:ext cx="701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Sistema de Log</a:t>
            </a:r>
          </a:p>
        </p:txBody>
      </p: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CB1632F3-1D4E-0D62-D657-4C99FA619FB5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6960670" y="4304779"/>
            <a:ext cx="1147010" cy="112984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C396E869-F83F-3B9E-98AF-F82F23605F32}"/>
              </a:ext>
            </a:extLst>
          </p:cNvPr>
          <p:cNvCxnSpPr/>
          <p:nvPr/>
        </p:nvCxnSpPr>
        <p:spPr>
          <a:xfrm>
            <a:off x="3616960" y="3693160"/>
            <a:ext cx="4643120" cy="18938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2471B190-5E20-9E0C-CBBB-A8E73AB8EB55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5457665" y="3006215"/>
            <a:ext cx="2507775" cy="17557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AE3F71CB-E41D-8643-725A-814D73B67C74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5457665" y="1868868"/>
            <a:ext cx="2964975" cy="243591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615E0FF1-93EE-C527-016F-E2702E7BD989}"/>
              </a:ext>
            </a:extLst>
          </p:cNvPr>
          <p:cNvCxnSpPr>
            <a:cxnSpLocks/>
          </p:cNvCxnSpPr>
          <p:nvPr/>
        </p:nvCxnSpPr>
        <p:spPr>
          <a:xfrm>
            <a:off x="8422640" y="3690610"/>
            <a:ext cx="37305" cy="61416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Gráfico 75" descr="Gráfico de barras estrutura de tópicos">
            <a:extLst>
              <a:ext uri="{FF2B5EF4-FFF2-40B4-BE49-F238E27FC236}">
                <a16:creationId xmlns:a16="http://schemas.microsoft.com/office/drawing/2014/main" id="{6C482713-9034-A0F8-883C-F1B054B2ED8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76510" y="714111"/>
            <a:ext cx="914400" cy="914400"/>
          </a:xfrm>
          <a:prstGeom prst="rect">
            <a:avLst/>
          </a:prstGeom>
        </p:spPr>
      </p:pic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E23AF7AB-E72C-A105-047E-76F52044A442}"/>
              </a:ext>
            </a:extLst>
          </p:cNvPr>
          <p:cNvCxnSpPr>
            <a:cxnSpLocks/>
          </p:cNvCxnSpPr>
          <p:nvPr/>
        </p:nvCxnSpPr>
        <p:spPr>
          <a:xfrm flipV="1">
            <a:off x="8458200" y="1812433"/>
            <a:ext cx="736600" cy="3837633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78">
            <a:extLst>
              <a:ext uri="{FF2B5EF4-FFF2-40B4-BE49-F238E27FC236}">
                <a16:creationId xmlns:a16="http://schemas.microsoft.com/office/drawing/2014/main" id="{FF5D88D8-5C45-2AF8-325A-640D7F5E5511}"/>
              </a:ext>
            </a:extLst>
          </p:cNvPr>
          <p:cNvCxnSpPr>
            <a:cxnSpLocks/>
          </p:cNvCxnSpPr>
          <p:nvPr/>
        </p:nvCxnSpPr>
        <p:spPr>
          <a:xfrm flipV="1">
            <a:off x="8370510" y="1812433"/>
            <a:ext cx="824290" cy="975212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>
            <a:extLst>
              <a:ext uri="{FF2B5EF4-FFF2-40B4-BE49-F238E27FC236}">
                <a16:creationId xmlns:a16="http://schemas.microsoft.com/office/drawing/2014/main" id="{F73FECBE-9477-984C-810D-3010C8BFE2EB}"/>
              </a:ext>
            </a:extLst>
          </p:cNvPr>
          <p:cNvCxnSpPr>
            <a:cxnSpLocks/>
          </p:cNvCxnSpPr>
          <p:nvPr/>
        </p:nvCxnSpPr>
        <p:spPr>
          <a:xfrm flipV="1">
            <a:off x="6824434" y="1812433"/>
            <a:ext cx="2215738" cy="2489796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676130C2-E081-7DD8-FC75-C476B0491B2E}"/>
              </a:ext>
            </a:extLst>
          </p:cNvPr>
          <p:cNvCxnSpPr>
            <a:cxnSpLocks/>
          </p:cNvCxnSpPr>
          <p:nvPr/>
        </p:nvCxnSpPr>
        <p:spPr>
          <a:xfrm flipV="1">
            <a:off x="6918960" y="1235098"/>
            <a:ext cx="1932159" cy="1993252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1732F43B-573B-6FBC-8BFE-981FEFD6E05F}"/>
              </a:ext>
            </a:extLst>
          </p:cNvPr>
          <p:cNvCxnSpPr>
            <a:cxnSpLocks/>
          </p:cNvCxnSpPr>
          <p:nvPr/>
        </p:nvCxnSpPr>
        <p:spPr>
          <a:xfrm flipV="1">
            <a:off x="5593466" y="1189384"/>
            <a:ext cx="3083044" cy="525435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B312D407-04CE-6CCF-6866-1A139F894C8A}"/>
              </a:ext>
            </a:extLst>
          </p:cNvPr>
          <p:cNvCxnSpPr>
            <a:cxnSpLocks/>
          </p:cNvCxnSpPr>
          <p:nvPr/>
        </p:nvCxnSpPr>
        <p:spPr>
          <a:xfrm flipV="1">
            <a:off x="5562450" y="1137515"/>
            <a:ext cx="3083044" cy="1789765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7EBC0C10-BBFC-4912-E3B7-F76B4FCF7AC6}"/>
              </a:ext>
            </a:extLst>
          </p:cNvPr>
          <p:cNvCxnSpPr>
            <a:cxnSpLocks/>
          </p:cNvCxnSpPr>
          <p:nvPr/>
        </p:nvCxnSpPr>
        <p:spPr>
          <a:xfrm flipV="1">
            <a:off x="3763143" y="1289915"/>
            <a:ext cx="5034751" cy="1687906"/>
          </a:xfrm>
          <a:prstGeom prst="straightConnector1">
            <a:avLst/>
          </a:prstGeom>
          <a:ln>
            <a:solidFill>
              <a:srgbClr val="FF6699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54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34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união on-line com preenchimento sólido">
            <a:extLst>
              <a:ext uri="{FF2B5EF4-FFF2-40B4-BE49-F238E27FC236}">
                <a16:creationId xmlns:a16="http://schemas.microsoft.com/office/drawing/2014/main" id="{8FD6AABE-7E27-B395-4194-595D8275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208" y="2616200"/>
            <a:ext cx="914400" cy="914400"/>
          </a:xfrm>
          <a:prstGeom prst="rect">
            <a:avLst/>
          </a:prstGeom>
        </p:spPr>
      </p:pic>
      <p:pic>
        <p:nvPicPr>
          <p:cNvPr id="11" name="Gráfico 10" descr="Servidor estrutura de tópicos">
            <a:extLst>
              <a:ext uri="{FF2B5EF4-FFF2-40B4-BE49-F238E27FC236}">
                <a16:creationId xmlns:a16="http://schemas.microsoft.com/office/drawing/2014/main" id="{036EAEC0-E764-5E72-BDD8-4FFBAC113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6610" y="2632715"/>
            <a:ext cx="914400" cy="914400"/>
          </a:xfrm>
          <a:prstGeom prst="rect">
            <a:avLst/>
          </a:prstGeom>
        </p:spPr>
      </p:pic>
      <p:pic>
        <p:nvPicPr>
          <p:cNvPr id="15" name="Gráfico 14" descr="Enviar com preenchimento sólido">
            <a:extLst>
              <a:ext uri="{FF2B5EF4-FFF2-40B4-BE49-F238E27FC236}">
                <a16:creationId xmlns:a16="http://schemas.microsoft.com/office/drawing/2014/main" id="{E6AB681A-AD99-D083-9D19-0F572BA93B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8242" y="1056640"/>
            <a:ext cx="612000" cy="6120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BFC872B-2984-1413-B4EF-123EE0ADD6A5}"/>
              </a:ext>
            </a:extLst>
          </p:cNvPr>
          <p:cNvSpPr txBox="1"/>
          <p:nvPr/>
        </p:nvSpPr>
        <p:spPr>
          <a:xfrm>
            <a:off x="2128370" y="3547115"/>
            <a:ext cx="69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Servidor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0F5E4C9-223D-E42F-D946-D5A1397B80E9}"/>
              </a:ext>
            </a:extLst>
          </p:cNvPr>
          <p:cNvSpPr txBox="1"/>
          <p:nvPr/>
        </p:nvSpPr>
        <p:spPr>
          <a:xfrm>
            <a:off x="7567935" y="1628479"/>
            <a:ext cx="15957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o estoque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Nova-compra, Pagamento-ok, NF-Gerada</a:t>
            </a:r>
          </a:p>
          <a:p>
            <a:br>
              <a:rPr lang="pt-BR" sz="1100" dirty="0"/>
            </a:br>
            <a:r>
              <a:rPr lang="pt-BR" sz="1100" dirty="0"/>
              <a:t> </a:t>
            </a:r>
          </a:p>
        </p:txBody>
      </p:sp>
      <p:pic>
        <p:nvPicPr>
          <p:cNvPr id="19" name="Gráfico 18" descr="Sirene com preenchimento sólido">
            <a:extLst>
              <a:ext uri="{FF2B5EF4-FFF2-40B4-BE49-F238E27FC236}">
                <a16:creationId xmlns:a16="http://schemas.microsoft.com/office/drawing/2014/main" id="{82E884FE-4489-4CBB-4141-F3D4FFA519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0962" y="2531115"/>
            <a:ext cx="612000" cy="6120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7AD480C-C6FF-4317-5D92-9B86FD4CCD40}"/>
              </a:ext>
            </a:extLst>
          </p:cNvPr>
          <p:cNvSpPr txBox="1"/>
          <p:nvPr/>
        </p:nvSpPr>
        <p:spPr>
          <a:xfrm>
            <a:off x="7734592" y="3138185"/>
            <a:ext cx="1691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Verifica Fraude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Nova-compra</a:t>
            </a:r>
          </a:p>
        </p:txBody>
      </p:sp>
      <p:pic>
        <p:nvPicPr>
          <p:cNvPr id="26" name="Gráfico 25" descr="Cartão de crédito com preenchimento sólido">
            <a:extLst>
              <a:ext uri="{FF2B5EF4-FFF2-40B4-BE49-F238E27FC236}">
                <a16:creationId xmlns:a16="http://schemas.microsoft.com/office/drawing/2014/main" id="{75DB6F59-7CC4-C832-4A8F-9CBD070BAE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7967" y="3583783"/>
            <a:ext cx="612000" cy="6120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FDB51CEC-E469-2877-825E-D5028C4CA4F3}"/>
              </a:ext>
            </a:extLst>
          </p:cNvPr>
          <p:cNvSpPr txBox="1"/>
          <p:nvPr/>
        </p:nvSpPr>
        <p:spPr>
          <a:xfrm>
            <a:off x="7298901" y="4116191"/>
            <a:ext cx="19277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Cobra do cartão de credito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Sem-Fraude</a:t>
            </a:r>
          </a:p>
        </p:txBody>
      </p:sp>
      <p:pic>
        <p:nvPicPr>
          <p:cNvPr id="31" name="Gráfico 30" descr="Área de Transferência com preenchimento sólido">
            <a:extLst>
              <a:ext uri="{FF2B5EF4-FFF2-40B4-BE49-F238E27FC236}">
                <a16:creationId xmlns:a16="http://schemas.microsoft.com/office/drawing/2014/main" id="{EE60A9A8-6837-B2FF-D713-3573B279CA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31687" y="5483053"/>
            <a:ext cx="612000" cy="612000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F730CE0D-0515-F5A3-9543-C12A3A3737ED}"/>
              </a:ext>
            </a:extLst>
          </p:cNvPr>
          <p:cNvSpPr txBox="1"/>
          <p:nvPr/>
        </p:nvSpPr>
        <p:spPr>
          <a:xfrm>
            <a:off x="4945141" y="6024493"/>
            <a:ext cx="15721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Gera NF</a:t>
            </a:r>
            <a:br>
              <a:rPr lang="pt-BR" sz="1100" dirty="0"/>
            </a:br>
            <a:r>
              <a:rPr lang="pt-BR" sz="1100" b="1" u="sng" dirty="0" err="1"/>
              <a:t>Consome:</a:t>
            </a:r>
            <a:r>
              <a:rPr lang="pt-BR" sz="1100" dirty="0" err="1"/>
              <a:t>Pagamento-ok</a:t>
            </a:r>
            <a:r>
              <a:rPr lang="pt-BR" sz="1100" b="1" u="sng" dirty="0"/>
              <a:t> </a:t>
            </a:r>
            <a:endParaRPr lang="pt-BR" sz="1100" dirty="0"/>
          </a:p>
        </p:txBody>
      </p:sp>
      <p:pic>
        <p:nvPicPr>
          <p:cNvPr id="44" name="Gráfico 43" descr="E-mail com preenchimento sólido">
            <a:extLst>
              <a:ext uri="{FF2B5EF4-FFF2-40B4-BE49-F238E27FC236}">
                <a16:creationId xmlns:a16="http://schemas.microsoft.com/office/drawing/2014/main" id="{06BEA1C4-7D2F-28B2-EADF-96AF6BCDB5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92962" y="4788197"/>
            <a:ext cx="612000" cy="612000"/>
          </a:xfrm>
          <a:prstGeom prst="rect">
            <a:avLst/>
          </a:prstGeom>
        </p:spPr>
      </p:pic>
      <p:pic>
        <p:nvPicPr>
          <p:cNvPr id="56" name="Gráfico 55" descr="Narrativa estrutura de tópicos">
            <a:extLst>
              <a:ext uri="{FF2B5EF4-FFF2-40B4-BE49-F238E27FC236}">
                <a16:creationId xmlns:a16="http://schemas.microsoft.com/office/drawing/2014/main" id="{DA5239D6-3C53-17B4-5D5F-64FD64B5924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61635" y="5788508"/>
            <a:ext cx="914400" cy="914400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83324F9C-6CD9-AA25-2C8A-BA6AE7933B2A}"/>
              </a:ext>
            </a:extLst>
          </p:cNvPr>
          <p:cNvSpPr txBox="1"/>
          <p:nvPr/>
        </p:nvSpPr>
        <p:spPr>
          <a:xfrm>
            <a:off x="3255728" y="5890886"/>
            <a:ext cx="18039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Sistema de Log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Estoque-notificado, Sem-Fraude, Pagamento-ok, Usuário-notificado, Nova-Compra</a:t>
            </a:r>
          </a:p>
          <a:p>
            <a:endParaRPr lang="pt-BR" sz="1100" dirty="0"/>
          </a:p>
          <a:p>
            <a:endParaRPr lang="pt-BR" sz="1100" dirty="0"/>
          </a:p>
        </p:txBody>
      </p:sp>
      <p:pic>
        <p:nvPicPr>
          <p:cNvPr id="72" name="Gráfico 71" descr="Gráfico de barras estrutura de tópicos">
            <a:extLst>
              <a:ext uri="{FF2B5EF4-FFF2-40B4-BE49-F238E27FC236}">
                <a16:creationId xmlns:a16="http://schemas.microsoft.com/office/drawing/2014/main" id="{F1A62FD4-BE52-084D-7B2A-EEFD5AB33A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0487" y="117356"/>
            <a:ext cx="914400" cy="914400"/>
          </a:xfrm>
          <a:prstGeom prst="rect">
            <a:avLst/>
          </a:prstGeom>
        </p:spPr>
      </p:pic>
      <p:sp>
        <p:nvSpPr>
          <p:cNvPr id="73" name="CaixaDeTexto 72">
            <a:extLst>
              <a:ext uri="{FF2B5EF4-FFF2-40B4-BE49-F238E27FC236}">
                <a16:creationId xmlns:a16="http://schemas.microsoft.com/office/drawing/2014/main" id="{E7DE85EF-C784-3F98-7904-9236E00D2F86}"/>
              </a:ext>
            </a:extLst>
          </p:cNvPr>
          <p:cNvSpPr txBox="1"/>
          <p:nvPr/>
        </p:nvSpPr>
        <p:spPr>
          <a:xfrm>
            <a:off x="5745087" y="98514"/>
            <a:ext cx="242172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Analytics</a:t>
            </a:r>
            <a:br>
              <a:rPr lang="pt-BR" sz="1100" dirty="0"/>
            </a:br>
            <a:r>
              <a:rPr lang="pt-BR" sz="1100" b="1" u="sng" dirty="0"/>
              <a:t>Consome:</a:t>
            </a:r>
            <a:r>
              <a:rPr lang="pt-BR" sz="1100" dirty="0"/>
              <a:t> Nova-Compra, Estoque-notificado, Sem-Fraude, Pagamento-ok, Usuário-notificado, NF-Gerada, log-gravado</a:t>
            </a:r>
          </a:p>
        </p:txBody>
      </p:sp>
      <p:pic>
        <p:nvPicPr>
          <p:cNvPr id="2" name="Picture 24" descr="Apache kafka vertical logo - Ícones Social media e Logos">
            <a:extLst>
              <a:ext uri="{FF2B5EF4-FFF2-40B4-BE49-F238E27FC236}">
                <a16:creationId xmlns:a16="http://schemas.microsoft.com/office/drawing/2014/main" id="{AF60EFE1-1995-330D-9BAB-D88B6AEDC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895" y="1494551"/>
            <a:ext cx="3521507" cy="368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42F293B8-3F80-1A0E-0CD7-A0B6D0A9511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277608" y="3078480"/>
            <a:ext cx="739002" cy="1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203D7F85-D31A-D137-C310-02EF71190924}"/>
              </a:ext>
            </a:extLst>
          </p:cNvPr>
          <p:cNvCxnSpPr>
            <a:cxnSpLocks/>
          </p:cNvCxnSpPr>
          <p:nvPr/>
        </p:nvCxnSpPr>
        <p:spPr>
          <a:xfrm>
            <a:off x="2978677" y="3067682"/>
            <a:ext cx="1451083" cy="16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0B054A-ED0C-0D48-389B-E6796D24FB0A}"/>
              </a:ext>
            </a:extLst>
          </p:cNvPr>
          <p:cNvSpPr txBox="1"/>
          <p:nvPr/>
        </p:nvSpPr>
        <p:spPr>
          <a:xfrm>
            <a:off x="3080871" y="2776229"/>
            <a:ext cx="10339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Nova-Compra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BB2BFC0-4972-C358-14FB-B942CFEDBACD}"/>
              </a:ext>
            </a:extLst>
          </p:cNvPr>
          <p:cNvCxnSpPr>
            <a:cxnSpLocks/>
          </p:cNvCxnSpPr>
          <p:nvPr/>
        </p:nvCxnSpPr>
        <p:spPr>
          <a:xfrm flipH="1">
            <a:off x="6428732" y="1791965"/>
            <a:ext cx="858670" cy="64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24DC431-799B-F68E-8535-7F9F27934FEE}"/>
              </a:ext>
            </a:extLst>
          </p:cNvPr>
          <p:cNvSpPr txBox="1"/>
          <p:nvPr/>
        </p:nvSpPr>
        <p:spPr>
          <a:xfrm>
            <a:off x="6211500" y="1963420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Estoque-notificado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0A0F7560-0867-2A55-A840-5F489D32AA77}"/>
              </a:ext>
            </a:extLst>
          </p:cNvPr>
          <p:cNvCxnSpPr>
            <a:cxnSpLocks/>
          </p:cNvCxnSpPr>
          <p:nvPr/>
        </p:nvCxnSpPr>
        <p:spPr>
          <a:xfrm flipH="1" flipV="1">
            <a:off x="6428732" y="2845353"/>
            <a:ext cx="1364120" cy="129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7F550A8-7303-A078-1892-FA3C9BFA99C9}"/>
              </a:ext>
            </a:extLst>
          </p:cNvPr>
          <p:cNvSpPr txBox="1"/>
          <p:nvPr/>
        </p:nvSpPr>
        <p:spPr>
          <a:xfrm>
            <a:off x="6616841" y="2624429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Sem-Fraude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A04BBB13-C338-C149-40C3-1A2F85E93324}"/>
              </a:ext>
            </a:extLst>
          </p:cNvPr>
          <p:cNvCxnSpPr>
            <a:cxnSpLocks/>
          </p:cNvCxnSpPr>
          <p:nvPr/>
        </p:nvCxnSpPr>
        <p:spPr>
          <a:xfrm flipH="1" flipV="1">
            <a:off x="6294122" y="3387750"/>
            <a:ext cx="1498730" cy="45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0B2CFF2B-6E9C-BAB4-1D88-D94D24C0EC0D}"/>
              </a:ext>
            </a:extLst>
          </p:cNvPr>
          <p:cNvSpPr txBox="1"/>
          <p:nvPr/>
        </p:nvSpPr>
        <p:spPr>
          <a:xfrm>
            <a:off x="6456288" y="3547115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Pagamento-ok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705198A-56A7-FCE3-46C8-C72F2E1B042D}"/>
              </a:ext>
            </a:extLst>
          </p:cNvPr>
          <p:cNvSpPr txBox="1"/>
          <p:nvPr/>
        </p:nvSpPr>
        <p:spPr>
          <a:xfrm>
            <a:off x="8166809" y="5400197"/>
            <a:ext cx="21557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Usuário</a:t>
            </a:r>
            <a:br>
              <a:rPr lang="pt-BR" sz="1100" dirty="0"/>
            </a:br>
            <a:r>
              <a:rPr lang="pt-BR" sz="1100" b="1" u="sng" dirty="0" err="1"/>
              <a:t>Consome</a:t>
            </a:r>
            <a:r>
              <a:rPr lang="pt-BR" sz="1100" dirty="0" err="1"/>
              <a:t>:Pagamento-ok</a:t>
            </a:r>
            <a:r>
              <a:rPr lang="pt-BR" sz="1100" dirty="0"/>
              <a:t>, NF-Gerada 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9F582533-FD89-1B83-171C-E5DED5F425CB}"/>
              </a:ext>
            </a:extLst>
          </p:cNvPr>
          <p:cNvCxnSpPr>
            <a:cxnSpLocks/>
          </p:cNvCxnSpPr>
          <p:nvPr/>
        </p:nvCxnSpPr>
        <p:spPr>
          <a:xfrm flipH="1" flipV="1">
            <a:off x="6956815" y="4992674"/>
            <a:ext cx="999947" cy="218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96BCE51-B1E3-3E1B-8A0F-30F808867FD4}"/>
              </a:ext>
            </a:extLst>
          </p:cNvPr>
          <p:cNvSpPr txBox="1"/>
          <p:nvPr/>
        </p:nvSpPr>
        <p:spPr>
          <a:xfrm>
            <a:off x="6990082" y="4989708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Usuário-notificado</a:t>
            </a:r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32E39B1A-5FBD-3F58-B251-44E2DBA3F6D6}"/>
              </a:ext>
            </a:extLst>
          </p:cNvPr>
          <p:cNvCxnSpPr>
            <a:cxnSpLocks/>
            <a:stCxn id="58" idx="2"/>
            <a:endCxn id="2" idx="2"/>
          </p:cNvCxnSpPr>
          <p:nvPr/>
        </p:nvCxnSpPr>
        <p:spPr>
          <a:xfrm flipV="1">
            <a:off x="5498520" y="5175469"/>
            <a:ext cx="28129" cy="35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B4D4201-BB2A-6B9E-9F79-3EDC522783D7}"/>
              </a:ext>
            </a:extLst>
          </p:cNvPr>
          <p:cNvSpPr txBox="1"/>
          <p:nvPr/>
        </p:nvSpPr>
        <p:spPr>
          <a:xfrm>
            <a:off x="4816459" y="5265972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NF-Gerada</a:t>
            </a:r>
          </a:p>
        </p:txBody>
      </p: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DA2BD641-C996-269D-B260-77EE220F2330}"/>
              </a:ext>
            </a:extLst>
          </p:cNvPr>
          <p:cNvCxnSpPr>
            <a:cxnSpLocks/>
          </p:cNvCxnSpPr>
          <p:nvPr/>
        </p:nvCxnSpPr>
        <p:spPr>
          <a:xfrm flipV="1">
            <a:off x="2860903" y="5007601"/>
            <a:ext cx="1156536" cy="72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E151D100-3078-CFC4-6314-B7F0636DB5F2}"/>
              </a:ext>
            </a:extLst>
          </p:cNvPr>
          <p:cNvSpPr txBox="1"/>
          <p:nvPr/>
        </p:nvSpPr>
        <p:spPr>
          <a:xfrm>
            <a:off x="2983520" y="5251318"/>
            <a:ext cx="1174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log-gravado</a:t>
            </a:r>
          </a:p>
        </p:txBody>
      </p:sp>
    </p:spTree>
    <p:extLst>
      <p:ext uri="{BB962C8B-B14F-4D97-AF65-F5344CB8AC3E}">
        <p14:creationId xmlns:p14="http://schemas.microsoft.com/office/powerpoint/2010/main" val="2846051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30E15-7623-A9A6-50E0-ADDC3692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eunião on-line com preenchimento sólido">
            <a:extLst>
              <a:ext uri="{FF2B5EF4-FFF2-40B4-BE49-F238E27FC236}">
                <a16:creationId xmlns:a16="http://schemas.microsoft.com/office/drawing/2014/main" id="{9062B784-2260-F8D2-B6AA-0C741736A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208" y="2616200"/>
            <a:ext cx="914400" cy="914400"/>
          </a:xfrm>
          <a:prstGeom prst="rect">
            <a:avLst/>
          </a:prstGeom>
        </p:spPr>
      </p:pic>
      <p:pic>
        <p:nvPicPr>
          <p:cNvPr id="11" name="Gráfico 10" descr="Servidor estrutura de tópicos">
            <a:extLst>
              <a:ext uri="{FF2B5EF4-FFF2-40B4-BE49-F238E27FC236}">
                <a16:creationId xmlns:a16="http://schemas.microsoft.com/office/drawing/2014/main" id="{60D7346E-D90C-1E38-DAEA-A9C3B7452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6610" y="2632715"/>
            <a:ext cx="914400" cy="914400"/>
          </a:xfrm>
          <a:prstGeom prst="rect">
            <a:avLst/>
          </a:prstGeom>
        </p:spPr>
      </p:pic>
      <p:pic>
        <p:nvPicPr>
          <p:cNvPr id="15" name="Gráfico 14" descr="Enviar com preenchimento sólido">
            <a:extLst>
              <a:ext uri="{FF2B5EF4-FFF2-40B4-BE49-F238E27FC236}">
                <a16:creationId xmlns:a16="http://schemas.microsoft.com/office/drawing/2014/main" id="{55DFE2CD-9A64-2674-CD39-D8D0CC4445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8242" y="1056640"/>
            <a:ext cx="612000" cy="6120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2AFADF-82F3-8F17-7A06-1AD2E512E37E}"/>
              </a:ext>
            </a:extLst>
          </p:cNvPr>
          <p:cNvSpPr txBox="1"/>
          <p:nvPr/>
        </p:nvSpPr>
        <p:spPr>
          <a:xfrm>
            <a:off x="2128370" y="3547115"/>
            <a:ext cx="690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Servidor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6CEB949-8599-09F2-619A-62D80FD5887A}"/>
              </a:ext>
            </a:extLst>
          </p:cNvPr>
          <p:cNvSpPr txBox="1"/>
          <p:nvPr/>
        </p:nvSpPr>
        <p:spPr>
          <a:xfrm>
            <a:off x="7567935" y="1628479"/>
            <a:ext cx="15957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o estoque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Nova-compra, Pagamento-ok, NF-Gerada</a:t>
            </a:r>
          </a:p>
          <a:p>
            <a:br>
              <a:rPr lang="pt-BR" sz="1100" dirty="0"/>
            </a:br>
            <a:r>
              <a:rPr lang="pt-BR" sz="1100" dirty="0"/>
              <a:t> </a:t>
            </a:r>
          </a:p>
        </p:txBody>
      </p:sp>
      <p:pic>
        <p:nvPicPr>
          <p:cNvPr id="19" name="Gráfico 18" descr="Sirene com preenchimento sólido">
            <a:extLst>
              <a:ext uri="{FF2B5EF4-FFF2-40B4-BE49-F238E27FC236}">
                <a16:creationId xmlns:a16="http://schemas.microsoft.com/office/drawing/2014/main" id="{60580EEF-82C4-6085-CD49-F3FA7418E9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0962" y="2531115"/>
            <a:ext cx="612000" cy="612000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5E91F646-9AA4-AF18-78AB-E8886A3FEC2D}"/>
              </a:ext>
            </a:extLst>
          </p:cNvPr>
          <p:cNvSpPr txBox="1"/>
          <p:nvPr/>
        </p:nvSpPr>
        <p:spPr>
          <a:xfrm>
            <a:off x="7734592" y="3138185"/>
            <a:ext cx="1691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Verifica Fraude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Nova-compra</a:t>
            </a:r>
          </a:p>
        </p:txBody>
      </p:sp>
      <p:pic>
        <p:nvPicPr>
          <p:cNvPr id="26" name="Gráfico 25" descr="Cartão de crédito com preenchimento sólido">
            <a:extLst>
              <a:ext uri="{FF2B5EF4-FFF2-40B4-BE49-F238E27FC236}">
                <a16:creationId xmlns:a16="http://schemas.microsoft.com/office/drawing/2014/main" id="{B9C56FC6-3FD5-15A1-FE28-677ECCA68B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7967" y="3583783"/>
            <a:ext cx="612000" cy="6120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01E0ADD9-3C7A-E6E9-6931-88A5939F9315}"/>
              </a:ext>
            </a:extLst>
          </p:cNvPr>
          <p:cNvSpPr txBox="1"/>
          <p:nvPr/>
        </p:nvSpPr>
        <p:spPr>
          <a:xfrm>
            <a:off x="7298901" y="4116191"/>
            <a:ext cx="19277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Cobra do cartão de credito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Sem-Fraude</a:t>
            </a:r>
          </a:p>
        </p:txBody>
      </p:sp>
      <p:pic>
        <p:nvPicPr>
          <p:cNvPr id="31" name="Gráfico 30" descr="Área de Transferência com preenchimento sólido">
            <a:extLst>
              <a:ext uri="{FF2B5EF4-FFF2-40B4-BE49-F238E27FC236}">
                <a16:creationId xmlns:a16="http://schemas.microsoft.com/office/drawing/2014/main" id="{46BBE97F-3075-E4BB-F257-6B57F62A7A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31687" y="5483053"/>
            <a:ext cx="612000" cy="612000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A5A6E946-B1A7-3B8C-56E3-EED2CD0BA963}"/>
              </a:ext>
            </a:extLst>
          </p:cNvPr>
          <p:cNvSpPr txBox="1"/>
          <p:nvPr/>
        </p:nvSpPr>
        <p:spPr>
          <a:xfrm>
            <a:off x="4945141" y="6024493"/>
            <a:ext cx="15721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Gera NF</a:t>
            </a:r>
            <a:br>
              <a:rPr lang="pt-BR" sz="1100" dirty="0"/>
            </a:br>
            <a:r>
              <a:rPr lang="pt-BR" sz="1100" b="1" u="sng" dirty="0" err="1"/>
              <a:t>Consome:</a:t>
            </a:r>
            <a:r>
              <a:rPr lang="pt-BR" sz="1100" dirty="0" err="1"/>
              <a:t>Pagamento-ok</a:t>
            </a:r>
            <a:r>
              <a:rPr lang="pt-BR" sz="1100" b="1" u="sng" dirty="0"/>
              <a:t> </a:t>
            </a:r>
            <a:endParaRPr lang="pt-BR" sz="1100" dirty="0"/>
          </a:p>
        </p:txBody>
      </p:sp>
      <p:pic>
        <p:nvPicPr>
          <p:cNvPr id="44" name="Gráfico 43" descr="E-mail com preenchimento sólido">
            <a:extLst>
              <a:ext uri="{FF2B5EF4-FFF2-40B4-BE49-F238E27FC236}">
                <a16:creationId xmlns:a16="http://schemas.microsoft.com/office/drawing/2014/main" id="{B0840879-A1BC-D36F-B7C0-7E7647EF77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92962" y="4788197"/>
            <a:ext cx="612000" cy="612000"/>
          </a:xfrm>
          <a:prstGeom prst="rect">
            <a:avLst/>
          </a:prstGeom>
        </p:spPr>
      </p:pic>
      <p:pic>
        <p:nvPicPr>
          <p:cNvPr id="56" name="Gráfico 55" descr="Narrativa estrutura de tópicos">
            <a:extLst>
              <a:ext uri="{FF2B5EF4-FFF2-40B4-BE49-F238E27FC236}">
                <a16:creationId xmlns:a16="http://schemas.microsoft.com/office/drawing/2014/main" id="{826AF337-BE8D-6194-23B7-2BF8CC5B40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61635" y="5788508"/>
            <a:ext cx="914400" cy="914400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69D71E31-AAF9-4147-3E8F-DEC59A791511}"/>
              </a:ext>
            </a:extLst>
          </p:cNvPr>
          <p:cNvSpPr txBox="1"/>
          <p:nvPr/>
        </p:nvSpPr>
        <p:spPr>
          <a:xfrm>
            <a:off x="3255728" y="5890886"/>
            <a:ext cx="18039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Sistema de Log</a:t>
            </a:r>
            <a:br>
              <a:rPr lang="pt-BR" sz="1100" dirty="0"/>
            </a:br>
            <a:r>
              <a:rPr lang="pt-BR" sz="1100" b="1" u="sng" dirty="0"/>
              <a:t>Consome</a:t>
            </a:r>
            <a:r>
              <a:rPr lang="pt-BR" sz="1100" dirty="0"/>
              <a:t>: Estoque-notificado, Sem-Fraude, Pagamento-ok, Usuário-notificado, Nova-Compra</a:t>
            </a:r>
          </a:p>
          <a:p>
            <a:endParaRPr lang="pt-BR" sz="1100" dirty="0"/>
          </a:p>
          <a:p>
            <a:endParaRPr lang="pt-BR" sz="1100" dirty="0"/>
          </a:p>
        </p:txBody>
      </p:sp>
      <p:pic>
        <p:nvPicPr>
          <p:cNvPr id="72" name="Gráfico 71" descr="Gráfico de barras estrutura de tópicos">
            <a:extLst>
              <a:ext uri="{FF2B5EF4-FFF2-40B4-BE49-F238E27FC236}">
                <a16:creationId xmlns:a16="http://schemas.microsoft.com/office/drawing/2014/main" id="{2ACE19F5-DC71-FFBD-61E1-5C510175CA8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80487" y="117356"/>
            <a:ext cx="914400" cy="914400"/>
          </a:xfrm>
          <a:prstGeom prst="rect">
            <a:avLst/>
          </a:prstGeom>
        </p:spPr>
      </p:pic>
      <p:sp>
        <p:nvSpPr>
          <p:cNvPr id="73" name="CaixaDeTexto 72">
            <a:extLst>
              <a:ext uri="{FF2B5EF4-FFF2-40B4-BE49-F238E27FC236}">
                <a16:creationId xmlns:a16="http://schemas.microsoft.com/office/drawing/2014/main" id="{05687CB0-A66E-2670-BD59-FDFD1EB0A332}"/>
              </a:ext>
            </a:extLst>
          </p:cNvPr>
          <p:cNvSpPr txBox="1"/>
          <p:nvPr/>
        </p:nvSpPr>
        <p:spPr>
          <a:xfrm>
            <a:off x="5745087" y="98514"/>
            <a:ext cx="242172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Analytics</a:t>
            </a:r>
            <a:br>
              <a:rPr lang="pt-BR" sz="1100" dirty="0"/>
            </a:br>
            <a:r>
              <a:rPr lang="pt-BR" sz="1100" b="1" u="sng" dirty="0"/>
              <a:t>Consome:</a:t>
            </a:r>
            <a:r>
              <a:rPr lang="pt-BR" sz="1100" dirty="0"/>
              <a:t> Nova-Compra, Estoque-notificado, Sem-Fraude, Pagamento-ok, Usuário-notificado, NF-Gerada, log-gravado</a:t>
            </a:r>
          </a:p>
        </p:txBody>
      </p:sp>
      <p:pic>
        <p:nvPicPr>
          <p:cNvPr id="2" name="Picture 24" descr="Apache kafka vertical logo - Ícones Social media e Logos">
            <a:extLst>
              <a:ext uri="{FF2B5EF4-FFF2-40B4-BE49-F238E27FC236}">
                <a16:creationId xmlns:a16="http://schemas.microsoft.com/office/drawing/2014/main" id="{644DEDFB-A026-97C6-4639-2967B6B7C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895" y="1494551"/>
            <a:ext cx="3521507" cy="368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301224E2-EB9C-BE52-60DE-CB3D3950939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277608" y="3078480"/>
            <a:ext cx="739002" cy="11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DF76E89-978F-4253-9A82-862244A800FF}"/>
              </a:ext>
            </a:extLst>
          </p:cNvPr>
          <p:cNvCxnSpPr>
            <a:cxnSpLocks/>
          </p:cNvCxnSpPr>
          <p:nvPr/>
        </p:nvCxnSpPr>
        <p:spPr>
          <a:xfrm>
            <a:off x="2978677" y="3067682"/>
            <a:ext cx="1451083" cy="16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EE0D8E-C90F-7F57-3C02-79CA0A135762}"/>
              </a:ext>
            </a:extLst>
          </p:cNvPr>
          <p:cNvSpPr txBox="1"/>
          <p:nvPr/>
        </p:nvSpPr>
        <p:spPr>
          <a:xfrm>
            <a:off x="3080871" y="2776229"/>
            <a:ext cx="10339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Nova-Compra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6B7FBD4-8B07-A97D-8044-2B6C14D875EE}"/>
              </a:ext>
            </a:extLst>
          </p:cNvPr>
          <p:cNvCxnSpPr>
            <a:cxnSpLocks/>
          </p:cNvCxnSpPr>
          <p:nvPr/>
        </p:nvCxnSpPr>
        <p:spPr>
          <a:xfrm flipH="1">
            <a:off x="6428732" y="1791965"/>
            <a:ext cx="858670" cy="64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ABEF82A-B326-C51D-298F-611E777E0552}"/>
              </a:ext>
            </a:extLst>
          </p:cNvPr>
          <p:cNvSpPr txBox="1"/>
          <p:nvPr/>
        </p:nvSpPr>
        <p:spPr>
          <a:xfrm>
            <a:off x="6211500" y="1963420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Estoque-notificado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6C5CBC26-96EB-8E0C-76B8-D3A9AAAD99F0}"/>
              </a:ext>
            </a:extLst>
          </p:cNvPr>
          <p:cNvCxnSpPr>
            <a:cxnSpLocks/>
          </p:cNvCxnSpPr>
          <p:nvPr/>
        </p:nvCxnSpPr>
        <p:spPr>
          <a:xfrm flipH="1" flipV="1">
            <a:off x="6428732" y="2845353"/>
            <a:ext cx="1364120" cy="129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1BB89D7-18FD-2B89-8649-6D9894758F7E}"/>
              </a:ext>
            </a:extLst>
          </p:cNvPr>
          <p:cNvSpPr txBox="1"/>
          <p:nvPr/>
        </p:nvSpPr>
        <p:spPr>
          <a:xfrm>
            <a:off x="6616841" y="2624429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Sem-Fraude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6605FF5A-A6A9-AD42-61B7-EC159C25B2A4}"/>
              </a:ext>
            </a:extLst>
          </p:cNvPr>
          <p:cNvCxnSpPr>
            <a:cxnSpLocks/>
          </p:cNvCxnSpPr>
          <p:nvPr/>
        </p:nvCxnSpPr>
        <p:spPr>
          <a:xfrm flipH="1" flipV="1">
            <a:off x="6294122" y="3387750"/>
            <a:ext cx="1498730" cy="45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BDB6AD4-527A-AA14-C9CC-798226E8A15C}"/>
              </a:ext>
            </a:extLst>
          </p:cNvPr>
          <p:cNvSpPr txBox="1"/>
          <p:nvPr/>
        </p:nvSpPr>
        <p:spPr>
          <a:xfrm>
            <a:off x="6456288" y="3547115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Pagamento-ok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DFCE838-8A18-53DB-5262-CDA1F9F71CC5}"/>
              </a:ext>
            </a:extLst>
          </p:cNvPr>
          <p:cNvSpPr txBox="1"/>
          <p:nvPr/>
        </p:nvSpPr>
        <p:spPr>
          <a:xfrm>
            <a:off x="8166809" y="5400197"/>
            <a:ext cx="21557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Notifica Usuário</a:t>
            </a:r>
            <a:br>
              <a:rPr lang="pt-BR" sz="1100" dirty="0"/>
            </a:br>
            <a:r>
              <a:rPr lang="pt-BR" sz="1100" b="1" u="sng" dirty="0" err="1"/>
              <a:t>Consome</a:t>
            </a:r>
            <a:r>
              <a:rPr lang="pt-BR" sz="1100" dirty="0" err="1"/>
              <a:t>:Pagamento-ok</a:t>
            </a:r>
            <a:r>
              <a:rPr lang="pt-BR" sz="1100" dirty="0"/>
              <a:t>, NF-Gerada 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9FD612B9-B361-B3F3-68F6-CB3AD4366B06}"/>
              </a:ext>
            </a:extLst>
          </p:cNvPr>
          <p:cNvCxnSpPr>
            <a:cxnSpLocks/>
          </p:cNvCxnSpPr>
          <p:nvPr/>
        </p:nvCxnSpPr>
        <p:spPr>
          <a:xfrm flipH="1" flipV="1">
            <a:off x="6956815" y="4992674"/>
            <a:ext cx="999947" cy="218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D0C64D8E-9D9A-3A31-DF56-A55F73D555D8}"/>
              </a:ext>
            </a:extLst>
          </p:cNvPr>
          <p:cNvSpPr txBox="1"/>
          <p:nvPr/>
        </p:nvSpPr>
        <p:spPr>
          <a:xfrm>
            <a:off x="6990082" y="4989708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Usuário-notificado</a:t>
            </a:r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8F7294B6-CF13-ADB8-7E83-9E35409BE922}"/>
              </a:ext>
            </a:extLst>
          </p:cNvPr>
          <p:cNvCxnSpPr>
            <a:cxnSpLocks/>
            <a:stCxn id="58" idx="2"/>
            <a:endCxn id="2" idx="2"/>
          </p:cNvCxnSpPr>
          <p:nvPr/>
        </p:nvCxnSpPr>
        <p:spPr>
          <a:xfrm flipV="1">
            <a:off x="5498520" y="5175469"/>
            <a:ext cx="28129" cy="35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8E7AD44-EE63-A65A-D379-2556BDCB9EBD}"/>
              </a:ext>
            </a:extLst>
          </p:cNvPr>
          <p:cNvSpPr txBox="1"/>
          <p:nvPr/>
        </p:nvSpPr>
        <p:spPr>
          <a:xfrm>
            <a:off x="4816459" y="5265972"/>
            <a:ext cx="1364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NF-Gerada</a:t>
            </a:r>
          </a:p>
        </p:txBody>
      </p: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B5E8DAF5-7188-A6ED-40F3-FC978A61F7B2}"/>
              </a:ext>
            </a:extLst>
          </p:cNvPr>
          <p:cNvCxnSpPr>
            <a:cxnSpLocks/>
          </p:cNvCxnSpPr>
          <p:nvPr/>
        </p:nvCxnSpPr>
        <p:spPr>
          <a:xfrm flipV="1">
            <a:off x="2860903" y="5007601"/>
            <a:ext cx="1156536" cy="72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43A6BE2C-E6A4-BD61-1522-A9DF8E6D88F1}"/>
              </a:ext>
            </a:extLst>
          </p:cNvPr>
          <p:cNvSpPr txBox="1"/>
          <p:nvPr/>
        </p:nvSpPr>
        <p:spPr>
          <a:xfrm>
            <a:off x="2983520" y="5251318"/>
            <a:ext cx="1174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log-gravado</a:t>
            </a:r>
          </a:p>
        </p:txBody>
      </p:sp>
    </p:spTree>
    <p:extLst>
      <p:ext uri="{BB962C8B-B14F-4D97-AF65-F5344CB8AC3E}">
        <p14:creationId xmlns:p14="http://schemas.microsoft.com/office/powerpoint/2010/main" val="130425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2D01ABE-B253-6C35-0D1D-ACA8B8BCD831}"/>
              </a:ext>
            </a:extLst>
          </p:cNvPr>
          <p:cNvSpPr/>
          <p:nvPr/>
        </p:nvSpPr>
        <p:spPr>
          <a:xfrm>
            <a:off x="5862320" y="3078480"/>
            <a:ext cx="1930400" cy="21234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814B4B3-E2B3-28C6-5193-62BA0ED7CD9C}"/>
              </a:ext>
            </a:extLst>
          </p:cNvPr>
          <p:cNvSpPr/>
          <p:nvPr/>
        </p:nvSpPr>
        <p:spPr>
          <a:xfrm>
            <a:off x="650240" y="3566160"/>
            <a:ext cx="2204720" cy="10922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Produtores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F5368CE-A333-5724-188A-5B05475911DA}"/>
              </a:ext>
            </a:extLst>
          </p:cNvPr>
          <p:cNvCxnSpPr>
            <a:stCxn id="4" idx="3"/>
          </p:cNvCxnSpPr>
          <p:nvPr/>
        </p:nvCxnSpPr>
        <p:spPr>
          <a:xfrm>
            <a:off x="2854960" y="4112260"/>
            <a:ext cx="15240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7" descr="Rebobinar com preenchimento sólido">
            <a:extLst>
              <a:ext uri="{FF2B5EF4-FFF2-40B4-BE49-F238E27FC236}">
                <a16:creationId xmlns:a16="http://schemas.microsoft.com/office/drawing/2014/main" id="{6690E47E-9420-FE78-DB7E-679535DEF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061040" y="3903050"/>
            <a:ext cx="180000" cy="180000"/>
          </a:xfrm>
          <a:prstGeom prst="rect">
            <a:avLst/>
          </a:prstGeom>
        </p:spPr>
      </p:pic>
      <p:pic>
        <p:nvPicPr>
          <p:cNvPr id="9" name="Gráfico 8" descr="Rebobinar com preenchimento sólido">
            <a:extLst>
              <a:ext uri="{FF2B5EF4-FFF2-40B4-BE49-F238E27FC236}">
                <a16:creationId xmlns:a16="http://schemas.microsoft.com/office/drawing/2014/main" id="{FA4E44F3-E123-2307-9200-7736C7077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26959" y="3903050"/>
            <a:ext cx="180000" cy="180000"/>
          </a:xfrm>
          <a:prstGeom prst="rect">
            <a:avLst/>
          </a:prstGeom>
        </p:spPr>
      </p:pic>
      <p:pic>
        <p:nvPicPr>
          <p:cNvPr id="10" name="Gráfico 9" descr="Rebobinar com preenchimento sólido">
            <a:extLst>
              <a:ext uri="{FF2B5EF4-FFF2-40B4-BE49-F238E27FC236}">
                <a16:creationId xmlns:a16="http://schemas.microsoft.com/office/drawing/2014/main" id="{400F7AC9-2B64-BF4E-CF2A-FBA669F07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992879" y="3903050"/>
            <a:ext cx="180000" cy="18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CDB69D5-4DDB-8755-B474-9C285A97B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039" y="3233374"/>
            <a:ext cx="1053106" cy="1783172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420004F-DF8C-F180-DF98-9012E80DFE92}"/>
              </a:ext>
            </a:extLst>
          </p:cNvPr>
          <p:cNvSpPr/>
          <p:nvPr/>
        </p:nvSpPr>
        <p:spPr>
          <a:xfrm>
            <a:off x="4439920" y="2834640"/>
            <a:ext cx="3931920" cy="26416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37C4865-0126-56D3-F5C2-1372069616A8}"/>
              </a:ext>
            </a:extLst>
          </p:cNvPr>
          <p:cNvSpPr txBox="1"/>
          <p:nvPr/>
        </p:nvSpPr>
        <p:spPr>
          <a:xfrm>
            <a:off x="6047552" y="3173736"/>
            <a:ext cx="12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Broker “A”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D1E5679-D6B7-028B-78BC-E564196E07F0}"/>
              </a:ext>
            </a:extLst>
          </p:cNvPr>
          <p:cNvSpPr txBox="1"/>
          <p:nvPr/>
        </p:nvSpPr>
        <p:spPr>
          <a:xfrm>
            <a:off x="6047552" y="3916048"/>
            <a:ext cx="12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Broker “B”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9832A7D-FBF6-5BB4-7DD8-E51E078CDD14}"/>
              </a:ext>
            </a:extLst>
          </p:cNvPr>
          <p:cNvSpPr txBox="1"/>
          <p:nvPr/>
        </p:nvSpPr>
        <p:spPr>
          <a:xfrm>
            <a:off x="6047552" y="4658360"/>
            <a:ext cx="12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Broker “C”</a:t>
            </a:r>
          </a:p>
        </p:txBody>
      </p:sp>
      <p:pic>
        <p:nvPicPr>
          <p:cNvPr id="18" name="Gráfico 17" descr="Banco de dados com preenchimento sólido">
            <a:extLst>
              <a:ext uri="{FF2B5EF4-FFF2-40B4-BE49-F238E27FC236}">
                <a16:creationId xmlns:a16="http://schemas.microsoft.com/office/drawing/2014/main" id="{5C200947-5FCD-FB7C-7864-8697884367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1771" y="3210189"/>
            <a:ext cx="296426" cy="296426"/>
          </a:xfrm>
          <a:prstGeom prst="rect">
            <a:avLst/>
          </a:prstGeom>
        </p:spPr>
      </p:pic>
      <p:pic>
        <p:nvPicPr>
          <p:cNvPr id="19" name="Gráfico 18" descr="Banco de dados com preenchimento sólido">
            <a:extLst>
              <a:ext uri="{FF2B5EF4-FFF2-40B4-BE49-F238E27FC236}">
                <a16:creationId xmlns:a16="http://schemas.microsoft.com/office/drawing/2014/main" id="{36474B95-2BF4-E889-B231-A8E0B716E4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1771" y="3952501"/>
            <a:ext cx="296426" cy="296426"/>
          </a:xfrm>
          <a:prstGeom prst="rect">
            <a:avLst/>
          </a:prstGeom>
        </p:spPr>
      </p:pic>
      <p:pic>
        <p:nvPicPr>
          <p:cNvPr id="20" name="Gráfico 19" descr="Banco de dados com preenchimento sólido">
            <a:extLst>
              <a:ext uri="{FF2B5EF4-FFF2-40B4-BE49-F238E27FC236}">
                <a16:creationId xmlns:a16="http://schemas.microsoft.com/office/drawing/2014/main" id="{695016F9-517A-D3FF-B5AA-F1677F824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1771" y="4694813"/>
            <a:ext cx="296426" cy="296426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4BD4A6E-F237-D883-D80A-AB8FBD4CFC8F}"/>
              </a:ext>
            </a:extLst>
          </p:cNvPr>
          <p:cNvSpPr/>
          <p:nvPr/>
        </p:nvSpPr>
        <p:spPr>
          <a:xfrm>
            <a:off x="9794240" y="3609340"/>
            <a:ext cx="2204720" cy="10922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Consumidores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40317456-DAC2-1D96-43FA-43AC592985D7}"/>
              </a:ext>
            </a:extLst>
          </p:cNvPr>
          <p:cNvCxnSpPr>
            <a:cxnSpLocks/>
            <a:stCxn id="22" idx="1"/>
            <a:endCxn id="13" idx="3"/>
          </p:cNvCxnSpPr>
          <p:nvPr/>
        </p:nvCxnSpPr>
        <p:spPr>
          <a:xfrm flipH="1">
            <a:off x="8371840" y="4155440"/>
            <a:ext cx="1422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áfico 28" descr="Rebobinar com preenchimento sólido">
            <a:extLst>
              <a:ext uri="{FF2B5EF4-FFF2-40B4-BE49-F238E27FC236}">
                <a16:creationId xmlns:a16="http://schemas.microsoft.com/office/drawing/2014/main" id="{6A42992B-17D8-39E3-C9E8-E9EC966EF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4878" y="3903050"/>
            <a:ext cx="180000" cy="180000"/>
          </a:xfrm>
          <a:prstGeom prst="rect">
            <a:avLst/>
          </a:prstGeom>
        </p:spPr>
      </p:pic>
      <p:pic>
        <p:nvPicPr>
          <p:cNvPr id="31" name="Gráfico 30" descr="Rebobinar com preenchimento sólido">
            <a:extLst>
              <a:ext uri="{FF2B5EF4-FFF2-40B4-BE49-F238E27FC236}">
                <a16:creationId xmlns:a16="http://schemas.microsoft.com/office/drawing/2014/main" id="{523D85AF-CB2F-BFE8-A1BF-791994855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8040" y="3903050"/>
            <a:ext cx="180000" cy="180000"/>
          </a:xfrm>
          <a:prstGeom prst="rect">
            <a:avLst/>
          </a:prstGeom>
        </p:spPr>
      </p:pic>
      <p:pic>
        <p:nvPicPr>
          <p:cNvPr id="32" name="Gráfico 31" descr="Rebobinar com preenchimento sólido">
            <a:extLst>
              <a:ext uri="{FF2B5EF4-FFF2-40B4-BE49-F238E27FC236}">
                <a16:creationId xmlns:a16="http://schemas.microsoft.com/office/drawing/2014/main" id="{3EF60943-CE6B-B724-5D6A-B9A94A7C2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1202" y="3903050"/>
            <a:ext cx="180000" cy="180000"/>
          </a:xfrm>
          <a:prstGeom prst="rect">
            <a:avLst/>
          </a:prstGeom>
        </p:spPr>
      </p:pic>
      <p:pic>
        <p:nvPicPr>
          <p:cNvPr id="2050" name="Picture 2" descr="Apache ZooKeeper - Wikipedia">
            <a:extLst>
              <a:ext uri="{FF2B5EF4-FFF2-40B4-BE49-F238E27FC236}">
                <a16:creationId xmlns:a16="http://schemas.microsoft.com/office/drawing/2014/main" id="{1B9D7816-E7E0-B671-5081-FE69313BA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530" y="359629"/>
            <a:ext cx="1398699" cy="75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63A7CDAE-C1DD-60F1-40ED-0751495208F3}"/>
              </a:ext>
            </a:extLst>
          </p:cNvPr>
          <p:cNvCxnSpPr>
            <a:cxnSpLocks/>
            <a:stCxn id="2050" idx="2"/>
            <a:endCxn id="13" idx="0"/>
          </p:cNvCxnSpPr>
          <p:nvPr/>
        </p:nvCxnSpPr>
        <p:spPr>
          <a:xfrm>
            <a:off x="6405880" y="1116092"/>
            <a:ext cx="0" cy="1718548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E001796-C5CC-95CE-3619-0C114992CF65}"/>
              </a:ext>
            </a:extLst>
          </p:cNvPr>
          <p:cNvSpPr txBox="1"/>
          <p:nvPr/>
        </p:nvSpPr>
        <p:spPr>
          <a:xfrm>
            <a:off x="6514322" y="1513841"/>
            <a:ext cx="2966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Gerenciamento de erros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Gerenciamento dos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Gerenciamento de permissões</a:t>
            </a:r>
          </a:p>
        </p:txBody>
      </p:sp>
    </p:spTree>
    <p:extLst>
      <p:ext uri="{BB962C8B-B14F-4D97-AF65-F5344CB8AC3E}">
        <p14:creationId xmlns:p14="http://schemas.microsoft.com/office/powerpoint/2010/main" val="319042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Servidor estrutura de tópicos">
            <a:extLst>
              <a:ext uri="{FF2B5EF4-FFF2-40B4-BE49-F238E27FC236}">
                <a16:creationId xmlns:a16="http://schemas.microsoft.com/office/drawing/2014/main" id="{0F71B704-0CA2-BA80-A7C8-70A76DD07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570" y="3759200"/>
            <a:ext cx="914400" cy="9144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72EE305-2B70-EE90-4F9E-D21E08332C3F}"/>
              </a:ext>
            </a:extLst>
          </p:cNvPr>
          <p:cNvSpPr/>
          <p:nvPr/>
        </p:nvSpPr>
        <p:spPr>
          <a:xfrm>
            <a:off x="5552440" y="2946400"/>
            <a:ext cx="2352040" cy="217424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600" b="1" dirty="0">
                <a:solidFill>
                  <a:schemeClr val="tx1"/>
                </a:solidFill>
              </a:rPr>
              <a:t>Tópico: Nova Compra</a:t>
            </a:r>
          </a:p>
          <a:p>
            <a:pPr algn="just"/>
            <a:r>
              <a:rPr lang="pt-BR" sz="1600" dirty="0">
                <a:solidFill>
                  <a:schemeClr val="tx1"/>
                </a:solidFill>
              </a:rPr>
              <a:t>Informações recebidas dos produtores</a:t>
            </a: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  <a:p>
            <a:pPr algn="just"/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60BD52A-6836-39CB-E054-97AD21988E67}"/>
              </a:ext>
            </a:extLst>
          </p:cNvPr>
          <p:cNvSpPr/>
          <p:nvPr/>
        </p:nvSpPr>
        <p:spPr>
          <a:xfrm>
            <a:off x="4130040" y="2702560"/>
            <a:ext cx="3931920" cy="26416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3688167-F023-A693-2949-C30581149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687" y="3131774"/>
            <a:ext cx="1053106" cy="1783172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332A13A4-0D27-2EE5-40F5-55D8D52B5EF7}"/>
              </a:ext>
            </a:extLst>
          </p:cNvPr>
          <p:cNvCxnSpPr/>
          <p:nvPr/>
        </p:nvCxnSpPr>
        <p:spPr>
          <a:xfrm>
            <a:off x="2421393" y="4173220"/>
            <a:ext cx="1524000" cy="12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áfico 10" descr="Rebobinar com preenchimento sólido">
            <a:extLst>
              <a:ext uri="{FF2B5EF4-FFF2-40B4-BE49-F238E27FC236}">
                <a16:creationId xmlns:a16="http://schemas.microsoft.com/office/drawing/2014/main" id="{24B3807B-829B-1063-D6CD-1A268495F1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627473" y="3964010"/>
            <a:ext cx="180000" cy="180000"/>
          </a:xfrm>
          <a:prstGeom prst="rect">
            <a:avLst/>
          </a:prstGeom>
        </p:spPr>
      </p:pic>
      <p:pic>
        <p:nvPicPr>
          <p:cNvPr id="12" name="Gráfico 11" descr="Rebobinar com preenchimento sólido">
            <a:extLst>
              <a:ext uri="{FF2B5EF4-FFF2-40B4-BE49-F238E27FC236}">
                <a16:creationId xmlns:a16="http://schemas.microsoft.com/office/drawing/2014/main" id="{4FA5C075-8263-A571-8193-7AAD25995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3093392" y="3964010"/>
            <a:ext cx="180000" cy="180000"/>
          </a:xfrm>
          <a:prstGeom prst="rect">
            <a:avLst/>
          </a:prstGeom>
        </p:spPr>
      </p:pic>
      <p:pic>
        <p:nvPicPr>
          <p:cNvPr id="13" name="Gráfico 12" descr="Rebobinar com preenchimento sólido">
            <a:extLst>
              <a:ext uri="{FF2B5EF4-FFF2-40B4-BE49-F238E27FC236}">
                <a16:creationId xmlns:a16="http://schemas.microsoft.com/office/drawing/2014/main" id="{77E43150-E2C1-87B2-14F4-0D3817BF92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3559312" y="3964010"/>
            <a:ext cx="180000" cy="18000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B164204B-E758-4720-CADA-CC6285C8BAFA}"/>
              </a:ext>
            </a:extLst>
          </p:cNvPr>
          <p:cNvCxnSpPr>
            <a:cxnSpLocks/>
          </p:cNvCxnSpPr>
          <p:nvPr/>
        </p:nvCxnSpPr>
        <p:spPr>
          <a:xfrm flipH="1">
            <a:off x="8123569" y="4127500"/>
            <a:ext cx="1422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áfico 15" descr="Rebobinar com preenchimento sólido">
            <a:extLst>
              <a:ext uri="{FF2B5EF4-FFF2-40B4-BE49-F238E27FC236}">
                <a16:creationId xmlns:a16="http://schemas.microsoft.com/office/drawing/2014/main" id="{F3964A58-F6BC-212F-FFD5-F973F5478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6607" y="3875110"/>
            <a:ext cx="180000" cy="180000"/>
          </a:xfrm>
          <a:prstGeom prst="rect">
            <a:avLst/>
          </a:prstGeom>
        </p:spPr>
      </p:pic>
      <p:pic>
        <p:nvPicPr>
          <p:cNvPr id="17" name="Gráfico 16" descr="Rebobinar com preenchimento sólido">
            <a:extLst>
              <a:ext uri="{FF2B5EF4-FFF2-40B4-BE49-F238E27FC236}">
                <a16:creationId xmlns:a16="http://schemas.microsoft.com/office/drawing/2014/main" id="{2053E8DB-AF9B-3631-DDA7-D536A69D51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9769" y="3875110"/>
            <a:ext cx="180000" cy="180000"/>
          </a:xfrm>
          <a:prstGeom prst="rect">
            <a:avLst/>
          </a:prstGeom>
        </p:spPr>
      </p:pic>
      <p:pic>
        <p:nvPicPr>
          <p:cNvPr id="18" name="Gráfico 17" descr="Rebobinar com preenchimento sólido">
            <a:extLst>
              <a:ext uri="{FF2B5EF4-FFF2-40B4-BE49-F238E27FC236}">
                <a16:creationId xmlns:a16="http://schemas.microsoft.com/office/drawing/2014/main" id="{7DE70F24-0102-EB6C-A8CB-FC7A9EE9B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2931" y="3875110"/>
            <a:ext cx="180000" cy="180000"/>
          </a:xfrm>
          <a:prstGeom prst="rect">
            <a:avLst/>
          </a:prstGeom>
        </p:spPr>
      </p:pic>
      <p:pic>
        <p:nvPicPr>
          <p:cNvPr id="19" name="Gráfico 18" descr="Sirene com preenchimento sólido">
            <a:extLst>
              <a:ext uri="{FF2B5EF4-FFF2-40B4-BE49-F238E27FC236}">
                <a16:creationId xmlns:a16="http://schemas.microsoft.com/office/drawing/2014/main" id="{DBB39BE9-F04A-8865-5E8E-25FDA885D3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6093" y="3717360"/>
            <a:ext cx="612000" cy="612000"/>
          </a:xfrm>
          <a:prstGeom prst="rect">
            <a:avLst/>
          </a:prstGeom>
        </p:spPr>
      </p:pic>
      <p:pic>
        <p:nvPicPr>
          <p:cNvPr id="20" name="Gráfico 19" descr="Enviar com preenchimento sólido">
            <a:extLst>
              <a:ext uri="{FF2B5EF4-FFF2-40B4-BE49-F238E27FC236}">
                <a16:creationId xmlns:a16="http://schemas.microsoft.com/office/drawing/2014/main" id="{811018E8-2F8E-4283-CDE8-50A95F048E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6093" y="2640400"/>
            <a:ext cx="612000" cy="612000"/>
          </a:xfrm>
          <a:prstGeom prst="rect">
            <a:avLst/>
          </a:prstGeom>
        </p:spPr>
      </p:pic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F4BFA40-0BFD-A9E6-45E1-660BAA79887E}"/>
              </a:ext>
            </a:extLst>
          </p:cNvPr>
          <p:cNvCxnSpPr>
            <a:cxnSpLocks/>
          </p:cNvCxnSpPr>
          <p:nvPr/>
        </p:nvCxnSpPr>
        <p:spPr>
          <a:xfrm flipH="1">
            <a:off x="8177642" y="3131774"/>
            <a:ext cx="1555638" cy="627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áfico 23" descr="Rebobinar com preenchimento sólido">
            <a:extLst>
              <a:ext uri="{FF2B5EF4-FFF2-40B4-BE49-F238E27FC236}">
                <a16:creationId xmlns:a16="http://schemas.microsoft.com/office/drawing/2014/main" id="{16623504-BA68-04B8-1BA3-655F7AA352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818841">
            <a:off x="8369366" y="3421729"/>
            <a:ext cx="180000" cy="180000"/>
          </a:xfrm>
          <a:prstGeom prst="rect">
            <a:avLst/>
          </a:prstGeom>
        </p:spPr>
      </p:pic>
      <p:pic>
        <p:nvPicPr>
          <p:cNvPr id="25" name="Gráfico 24" descr="Rebobinar com preenchimento sólido">
            <a:extLst>
              <a:ext uri="{FF2B5EF4-FFF2-40B4-BE49-F238E27FC236}">
                <a16:creationId xmlns:a16="http://schemas.microsoft.com/office/drawing/2014/main" id="{A21D09A6-A70B-A71F-A8D7-1D4DF6A495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818841">
            <a:off x="8757776" y="3285161"/>
            <a:ext cx="180000" cy="180000"/>
          </a:xfrm>
          <a:prstGeom prst="rect">
            <a:avLst/>
          </a:prstGeom>
        </p:spPr>
      </p:pic>
      <p:pic>
        <p:nvPicPr>
          <p:cNvPr id="26" name="Gráfico 25" descr="Rebobinar com preenchimento sólido">
            <a:extLst>
              <a:ext uri="{FF2B5EF4-FFF2-40B4-BE49-F238E27FC236}">
                <a16:creationId xmlns:a16="http://schemas.microsoft.com/office/drawing/2014/main" id="{4074F610-544E-0056-B8C3-406D395453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818841">
            <a:off x="9139147" y="3114958"/>
            <a:ext cx="180000" cy="180000"/>
          </a:xfrm>
          <a:prstGeom prst="rect">
            <a:avLst/>
          </a:prstGeom>
        </p:spPr>
      </p:pic>
      <p:pic>
        <p:nvPicPr>
          <p:cNvPr id="27" name="Gráfico 26" descr="Narrativa estrutura de tópicos">
            <a:extLst>
              <a:ext uri="{FF2B5EF4-FFF2-40B4-BE49-F238E27FC236}">
                <a16:creationId xmlns:a16="http://schemas.microsoft.com/office/drawing/2014/main" id="{2F07B9B3-8912-4504-3ABA-81DE91F389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06093" y="4673600"/>
            <a:ext cx="612000" cy="612000"/>
          </a:xfrm>
          <a:prstGeom prst="rect">
            <a:avLst/>
          </a:prstGeom>
        </p:spPr>
      </p:pic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EB7E42D5-7A3D-EE5B-8133-50B435247D82}"/>
              </a:ext>
            </a:extLst>
          </p:cNvPr>
          <p:cNvCxnSpPr>
            <a:cxnSpLocks/>
          </p:cNvCxnSpPr>
          <p:nvPr/>
        </p:nvCxnSpPr>
        <p:spPr>
          <a:xfrm flipH="1" flipV="1">
            <a:off x="8226063" y="4592320"/>
            <a:ext cx="1319906" cy="3872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áfico 30" descr="Rebobinar com preenchimento sólido">
            <a:extLst>
              <a:ext uri="{FF2B5EF4-FFF2-40B4-BE49-F238E27FC236}">
                <a16:creationId xmlns:a16="http://schemas.microsoft.com/office/drawing/2014/main" id="{11E8D23D-3083-B2FF-5350-0FD80B767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29871">
            <a:off x="8530027" y="4483890"/>
            <a:ext cx="180000" cy="180000"/>
          </a:xfrm>
          <a:prstGeom prst="rect">
            <a:avLst/>
          </a:prstGeom>
        </p:spPr>
      </p:pic>
      <p:pic>
        <p:nvPicPr>
          <p:cNvPr id="32" name="Gráfico 31" descr="Rebobinar com preenchimento sólido">
            <a:extLst>
              <a:ext uri="{FF2B5EF4-FFF2-40B4-BE49-F238E27FC236}">
                <a16:creationId xmlns:a16="http://schemas.microsoft.com/office/drawing/2014/main" id="{D6ED137E-D68E-8A7A-EF0E-4D2D66CA85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61798">
            <a:off x="8944984" y="4595244"/>
            <a:ext cx="180000" cy="180000"/>
          </a:xfrm>
          <a:prstGeom prst="rect">
            <a:avLst/>
          </a:prstGeom>
        </p:spPr>
      </p:pic>
      <p:pic>
        <p:nvPicPr>
          <p:cNvPr id="33" name="Gráfico 32" descr="Rebobinar com preenchimento sólido">
            <a:extLst>
              <a:ext uri="{FF2B5EF4-FFF2-40B4-BE49-F238E27FC236}">
                <a16:creationId xmlns:a16="http://schemas.microsoft.com/office/drawing/2014/main" id="{88258EAC-BCE6-7D70-4E64-B198D11F2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07150">
            <a:off x="9317470" y="4695961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0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4C0C2D8-986C-6783-5D23-9A40B95DB074}"/>
              </a:ext>
            </a:extLst>
          </p:cNvPr>
          <p:cNvSpPr/>
          <p:nvPr/>
        </p:nvSpPr>
        <p:spPr>
          <a:xfrm>
            <a:off x="1316841" y="792480"/>
            <a:ext cx="10214759" cy="19405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8542F6A-E054-55C3-A624-81227656A2A1}"/>
              </a:ext>
            </a:extLst>
          </p:cNvPr>
          <p:cNvSpPr/>
          <p:nvPr/>
        </p:nvSpPr>
        <p:spPr>
          <a:xfrm>
            <a:off x="1889760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F0061E-8ED2-8C81-FF35-60F068D3929D}"/>
              </a:ext>
            </a:extLst>
          </p:cNvPr>
          <p:cNvSpPr/>
          <p:nvPr/>
        </p:nvSpPr>
        <p:spPr>
          <a:xfrm>
            <a:off x="2735072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9D9F0D-F033-223F-3F71-A859AB031AEB}"/>
              </a:ext>
            </a:extLst>
          </p:cNvPr>
          <p:cNvSpPr/>
          <p:nvPr/>
        </p:nvSpPr>
        <p:spPr>
          <a:xfrm>
            <a:off x="3580384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9B1D037-7F92-C298-EC4A-A501E10ED78D}"/>
              </a:ext>
            </a:extLst>
          </p:cNvPr>
          <p:cNvSpPr/>
          <p:nvPr/>
        </p:nvSpPr>
        <p:spPr>
          <a:xfrm>
            <a:off x="4425696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D860D0-C708-DE53-545B-459B3F37121F}"/>
              </a:ext>
            </a:extLst>
          </p:cNvPr>
          <p:cNvSpPr/>
          <p:nvPr/>
        </p:nvSpPr>
        <p:spPr>
          <a:xfrm>
            <a:off x="5271008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0CC4B16-1480-F619-9278-4D564BEE00DC}"/>
              </a:ext>
            </a:extLst>
          </p:cNvPr>
          <p:cNvSpPr/>
          <p:nvPr/>
        </p:nvSpPr>
        <p:spPr>
          <a:xfrm>
            <a:off x="6116320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6D33E48-ECED-F395-3D02-108821740EE1}"/>
              </a:ext>
            </a:extLst>
          </p:cNvPr>
          <p:cNvSpPr/>
          <p:nvPr/>
        </p:nvSpPr>
        <p:spPr>
          <a:xfrm>
            <a:off x="6961632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FB43F3-7842-68F4-3FFF-2783693F78F5}"/>
              </a:ext>
            </a:extLst>
          </p:cNvPr>
          <p:cNvSpPr/>
          <p:nvPr/>
        </p:nvSpPr>
        <p:spPr>
          <a:xfrm>
            <a:off x="7806944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794E9BE-E1A6-D1DE-30FA-2CDCAFC3933D}"/>
              </a:ext>
            </a:extLst>
          </p:cNvPr>
          <p:cNvSpPr/>
          <p:nvPr/>
        </p:nvSpPr>
        <p:spPr>
          <a:xfrm>
            <a:off x="8652256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96404C3-B716-ECA4-11C3-2784528B93C8}"/>
              </a:ext>
            </a:extLst>
          </p:cNvPr>
          <p:cNvSpPr/>
          <p:nvPr/>
        </p:nvSpPr>
        <p:spPr>
          <a:xfrm>
            <a:off x="9497568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DA07293-FC8C-80F7-C179-A35A7D571DF3}"/>
              </a:ext>
            </a:extLst>
          </p:cNvPr>
          <p:cNvSpPr/>
          <p:nvPr/>
        </p:nvSpPr>
        <p:spPr>
          <a:xfrm>
            <a:off x="10342880" y="108488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C3FB472-C5A1-9116-0A84-A2D3BE7D8017}"/>
              </a:ext>
            </a:extLst>
          </p:cNvPr>
          <p:cNvCxnSpPr/>
          <p:nvPr/>
        </p:nvCxnSpPr>
        <p:spPr>
          <a:xfrm>
            <a:off x="2214880" y="1732880"/>
            <a:ext cx="0" cy="5937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50F5FB0-EC7C-F4DD-43BA-5A7F30BAD4D1}"/>
              </a:ext>
            </a:extLst>
          </p:cNvPr>
          <p:cNvSpPr txBox="1"/>
          <p:nvPr/>
        </p:nvSpPr>
        <p:spPr>
          <a:xfrm>
            <a:off x="1639720" y="2380880"/>
            <a:ext cx="1148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Primeira venda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B961655-E829-5847-C0D9-2C6AC31BA8AD}"/>
              </a:ext>
            </a:extLst>
          </p:cNvPr>
          <p:cNvCxnSpPr/>
          <p:nvPr/>
        </p:nvCxnSpPr>
        <p:spPr>
          <a:xfrm>
            <a:off x="10666880" y="1732880"/>
            <a:ext cx="0" cy="5937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92752D7-DB36-98B8-1F8F-14E33258574C}"/>
              </a:ext>
            </a:extLst>
          </p:cNvPr>
          <p:cNvSpPr txBox="1"/>
          <p:nvPr/>
        </p:nvSpPr>
        <p:spPr>
          <a:xfrm>
            <a:off x="10229140" y="2317370"/>
            <a:ext cx="971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Última Venda</a:t>
            </a:r>
          </a:p>
        </p:txBody>
      </p:sp>
      <p:pic>
        <p:nvPicPr>
          <p:cNvPr id="23" name="Gráfico 22" descr="Sirene com preenchimento sólido">
            <a:extLst>
              <a:ext uri="{FF2B5EF4-FFF2-40B4-BE49-F238E27FC236}">
                <a16:creationId xmlns:a16="http://schemas.microsoft.com/office/drawing/2014/main" id="{72BFD418-B773-C0FA-CF9B-D0D7C84D3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9632" y="3290040"/>
            <a:ext cx="612000" cy="612000"/>
          </a:xfrm>
          <a:prstGeom prst="rect">
            <a:avLst/>
          </a:prstGeom>
        </p:spPr>
      </p:pic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D2184F1D-88B4-EDB9-C6FA-E4AB61E345C3}"/>
              </a:ext>
            </a:extLst>
          </p:cNvPr>
          <p:cNvCxnSpPr>
            <a:cxnSpLocks/>
          </p:cNvCxnSpPr>
          <p:nvPr/>
        </p:nvCxnSpPr>
        <p:spPr>
          <a:xfrm flipV="1">
            <a:off x="3886384" y="1762760"/>
            <a:ext cx="0" cy="14262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8BAA245-4D8F-86DF-0FB0-3B0E5C10DFB9}"/>
              </a:ext>
            </a:extLst>
          </p:cNvPr>
          <p:cNvCxnSpPr>
            <a:cxnSpLocks/>
          </p:cNvCxnSpPr>
          <p:nvPr/>
        </p:nvCxnSpPr>
        <p:spPr>
          <a:xfrm flipV="1">
            <a:off x="7285632" y="1762760"/>
            <a:ext cx="0" cy="14262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áfico 28" descr="Enviar com preenchimento sólido">
            <a:extLst>
              <a:ext uri="{FF2B5EF4-FFF2-40B4-BE49-F238E27FC236}">
                <a16:creationId xmlns:a16="http://schemas.microsoft.com/office/drawing/2014/main" id="{64445977-4518-5A7E-AE02-3BB67FC5A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0384" y="3290040"/>
            <a:ext cx="612000" cy="612000"/>
          </a:xfrm>
          <a:prstGeom prst="rect">
            <a:avLst/>
          </a:prstGeom>
        </p:spPr>
      </p:pic>
      <p:cxnSp>
        <p:nvCxnSpPr>
          <p:cNvPr id="31" name="Conector: Curvo 30">
            <a:extLst>
              <a:ext uri="{FF2B5EF4-FFF2-40B4-BE49-F238E27FC236}">
                <a16:creationId xmlns:a16="http://schemas.microsoft.com/office/drawing/2014/main" id="{E93BE5F4-DD03-3EBE-B0F9-8A59739DF792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1056692" y="1408880"/>
            <a:ext cx="833068" cy="29700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>
            <a:extLst>
              <a:ext uri="{FF2B5EF4-FFF2-40B4-BE49-F238E27FC236}">
                <a16:creationId xmlns:a16="http://schemas.microsoft.com/office/drawing/2014/main" id="{8585CDD3-07E9-F84D-56E1-FE25FCA8235D}"/>
              </a:ext>
            </a:extLst>
          </p:cNvPr>
          <p:cNvSpPr/>
          <p:nvPr/>
        </p:nvSpPr>
        <p:spPr>
          <a:xfrm>
            <a:off x="732692" y="45697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8C361C6-1AE6-E6EA-AB6F-31B6C795B9BE}"/>
              </a:ext>
            </a:extLst>
          </p:cNvPr>
          <p:cNvSpPr/>
          <p:nvPr/>
        </p:nvSpPr>
        <p:spPr>
          <a:xfrm>
            <a:off x="2897072" y="4736960"/>
            <a:ext cx="2497888" cy="61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Event </a:t>
            </a:r>
            <a:r>
              <a:rPr lang="pt-BR" b="0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key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DA30BE27-7BB8-FD97-76FD-D299A0460686}"/>
              </a:ext>
            </a:extLst>
          </p:cNvPr>
          <p:cNvSpPr/>
          <p:nvPr/>
        </p:nvSpPr>
        <p:spPr>
          <a:xfrm>
            <a:off x="2897072" y="5348960"/>
            <a:ext cx="2497888" cy="612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Event </a:t>
            </a:r>
            <a:r>
              <a:rPr lang="pt-BR" b="0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value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3BC006AC-FE44-8E98-43E4-047FF6F77FCF}"/>
              </a:ext>
            </a:extLst>
          </p:cNvPr>
          <p:cNvSpPr/>
          <p:nvPr/>
        </p:nvSpPr>
        <p:spPr>
          <a:xfrm>
            <a:off x="2897072" y="5960960"/>
            <a:ext cx="2497888" cy="612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Event </a:t>
            </a:r>
            <a:r>
              <a:rPr lang="pt-BR" b="0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timestamp</a:t>
            </a:r>
            <a:endParaRPr lang="pt-BR" dirty="0">
              <a:solidFill>
                <a:schemeClr val="bg1"/>
              </a:solidFill>
            </a:endParaRPr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6BC69A5-3365-3F22-CEFE-AB5590B51286}"/>
              </a:ext>
            </a:extLst>
          </p:cNvPr>
          <p:cNvCxnSpPr>
            <a:cxnSpLocks/>
          </p:cNvCxnSpPr>
          <p:nvPr/>
        </p:nvCxnSpPr>
        <p:spPr>
          <a:xfrm>
            <a:off x="5487468" y="5042960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id="{11C405D0-8471-0544-B131-ADFBC532983E}"/>
              </a:ext>
            </a:extLst>
          </p:cNvPr>
          <p:cNvCxnSpPr>
            <a:cxnSpLocks/>
          </p:cNvCxnSpPr>
          <p:nvPr/>
        </p:nvCxnSpPr>
        <p:spPr>
          <a:xfrm>
            <a:off x="5487468" y="5654960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15A4A604-8624-FB5A-1FEA-4B85B64CA6F6}"/>
              </a:ext>
            </a:extLst>
          </p:cNvPr>
          <p:cNvCxnSpPr>
            <a:cxnSpLocks/>
          </p:cNvCxnSpPr>
          <p:nvPr/>
        </p:nvCxnSpPr>
        <p:spPr>
          <a:xfrm>
            <a:off x="5487468" y="6266960"/>
            <a:ext cx="9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E18D437-B772-E062-7D2D-FD2C670DE120}"/>
              </a:ext>
            </a:extLst>
          </p:cNvPr>
          <p:cNvSpPr txBox="1"/>
          <p:nvPr/>
        </p:nvSpPr>
        <p:spPr>
          <a:xfrm>
            <a:off x="6548108" y="4858294"/>
            <a:ext cx="231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vinicius@fiap.com.br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5C36826-444D-EA73-AD5A-8E238D03BB5F}"/>
              </a:ext>
            </a:extLst>
          </p:cNvPr>
          <p:cNvSpPr txBox="1"/>
          <p:nvPr/>
        </p:nvSpPr>
        <p:spPr>
          <a:xfrm>
            <a:off x="6548108" y="5470294"/>
            <a:ext cx="403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Adicionou o produto 12345 ao carrinho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2485C29-D610-DF25-7712-1CA9967190E5}"/>
              </a:ext>
            </a:extLst>
          </p:cNvPr>
          <p:cNvSpPr txBox="1"/>
          <p:nvPr/>
        </p:nvSpPr>
        <p:spPr>
          <a:xfrm>
            <a:off x="6548108" y="6082294"/>
            <a:ext cx="430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Jan. 25, 2024 at 05:30 </a:t>
            </a:r>
            <a:r>
              <a:rPr lang="pt-BR" dirty="0" err="1"/>
              <a:t>pm</a:t>
            </a:r>
            <a:endParaRPr lang="pt-BR" dirty="0"/>
          </a:p>
        </p:txBody>
      </p:sp>
      <p:sp>
        <p:nvSpPr>
          <p:cNvPr id="55" name="Seta: para a Direita 54">
            <a:extLst>
              <a:ext uri="{FF2B5EF4-FFF2-40B4-BE49-F238E27FC236}">
                <a16:creationId xmlns:a16="http://schemas.microsoft.com/office/drawing/2014/main" id="{E87F299E-106A-8EF6-2D2C-CE12F34B9105}"/>
              </a:ext>
            </a:extLst>
          </p:cNvPr>
          <p:cNvSpPr/>
          <p:nvPr/>
        </p:nvSpPr>
        <p:spPr>
          <a:xfrm>
            <a:off x="1541332" y="4687680"/>
            <a:ext cx="1170432" cy="4808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bg1"/>
                </a:solidFill>
              </a:rPr>
              <a:t>Informações</a:t>
            </a:r>
          </a:p>
        </p:txBody>
      </p:sp>
    </p:spTree>
    <p:extLst>
      <p:ext uri="{BB962C8B-B14F-4D97-AF65-F5344CB8AC3E}">
        <p14:creationId xmlns:p14="http://schemas.microsoft.com/office/powerpoint/2010/main" val="346375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AE63FE-0EB5-DC07-D5E2-D639B54CE67E}"/>
              </a:ext>
            </a:extLst>
          </p:cNvPr>
          <p:cNvSpPr/>
          <p:nvPr/>
        </p:nvSpPr>
        <p:spPr>
          <a:xfrm>
            <a:off x="2936240" y="2225041"/>
            <a:ext cx="3545886" cy="2702560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0FD254-B582-FA22-D69E-5C34C1916E33}"/>
              </a:ext>
            </a:extLst>
          </p:cNvPr>
          <p:cNvSpPr/>
          <p:nvPr/>
        </p:nvSpPr>
        <p:spPr>
          <a:xfrm>
            <a:off x="3647440" y="2605003"/>
            <a:ext cx="306000" cy="306000"/>
          </a:xfrm>
          <a:prstGeom prst="rect">
            <a:avLst/>
          </a:prstGeom>
          <a:solidFill>
            <a:srgbClr val="00B0C9"/>
          </a:solidFill>
          <a:ln>
            <a:solidFill>
              <a:srgbClr val="00B0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E3AB27-822E-118A-AA1E-581ECACE23F5}"/>
              </a:ext>
            </a:extLst>
          </p:cNvPr>
          <p:cNvSpPr/>
          <p:nvPr/>
        </p:nvSpPr>
        <p:spPr>
          <a:xfrm>
            <a:off x="4124960" y="2605003"/>
            <a:ext cx="306000" cy="306000"/>
          </a:xfrm>
          <a:prstGeom prst="rect">
            <a:avLst/>
          </a:prstGeom>
          <a:solidFill>
            <a:srgbClr val="00B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E718D8-8C42-73A6-B8C9-5649715031BA}"/>
              </a:ext>
            </a:extLst>
          </p:cNvPr>
          <p:cNvSpPr/>
          <p:nvPr/>
        </p:nvSpPr>
        <p:spPr>
          <a:xfrm>
            <a:off x="4570202" y="2605003"/>
            <a:ext cx="306000" cy="306000"/>
          </a:xfrm>
          <a:prstGeom prst="rect">
            <a:avLst/>
          </a:prstGeom>
          <a:solidFill>
            <a:srgbClr val="00B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914B24-4E51-6E4A-E872-45AF623BAE31}"/>
              </a:ext>
            </a:extLst>
          </p:cNvPr>
          <p:cNvSpPr/>
          <p:nvPr/>
        </p:nvSpPr>
        <p:spPr>
          <a:xfrm>
            <a:off x="5060579" y="2605003"/>
            <a:ext cx="306000" cy="3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9675F4-B19B-07C4-23FD-8D85D3CE8D2C}"/>
              </a:ext>
            </a:extLst>
          </p:cNvPr>
          <p:cNvSpPr/>
          <p:nvPr/>
        </p:nvSpPr>
        <p:spPr>
          <a:xfrm>
            <a:off x="5550956" y="2605003"/>
            <a:ext cx="306000" cy="3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7BD504-456F-5D27-281F-41BDC83F1360}"/>
              </a:ext>
            </a:extLst>
          </p:cNvPr>
          <p:cNvSpPr/>
          <p:nvPr/>
        </p:nvSpPr>
        <p:spPr>
          <a:xfrm>
            <a:off x="3647440" y="3146104"/>
            <a:ext cx="306000" cy="306000"/>
          </a:xfrm>
          <a:prstGeom prst="rect">
            <a:avLst/>
          </a:prstGeom>
          <a:solidFill>
            <a:srgbClr val="8D7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6DAD792-FF1D-3796-F92A-5840E6FDDA6A}"/>
              </a:ext>
            </a:extLst>
          </p:cNvPr>
          <p:cNvSpPr/>
          <p:nvPr/>
        </p:nvSpPr>
        <p:spPr>
          <a:xfrm>
            <a:off x="4124960" y="3146104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58903C-95B8-EE2F-C2C0-66329E0F0956}"/>
              </a:ext>
            </a:extLst>
          </p:cNvPr>
          <p:cNvSpPr/>
          <p:nvPr/>
        </p:nvSpPr>
        <p:spPr>
          <a:xfrm>
            <a:off x="4570202" y="3146104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B74870-A65C-35C2-602F-66A69FBFDDC5}"/>
              </a:ext>
            </a:extLst>
          </p:cNvPr>
          <p:cNvSpPr/>
          <p:nvPr/>
        </p:nvSpPr>
        <p:spPr>
          <a:xfrm>
            <a:off x="5060579" y="3146104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7209E36-85DB-0778-C167-0919FC2AD3B1}"/>
              </a:ext>
            </a:extLst>
          </p:cNvPr>
          <p:cNvSpPr/>
          <p:nvPr/>
        </p:nvSpPr>
        <p:spPr>
          <a:xfrm>
            <a:off x="5550956" y="3146104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10CE25D-393F-85B8-B38B-2CB82AE10613}"/>
              </a:ext>
            </a:extLst>
          </p:cNvPr>
          <p:cNvSpPr/>
          <p:nvPr/>
        </p:nvSpPr>
        <p:spPr>
          <a:xfrm>
            <a:off x="3647440" y="3712280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FA71817-E229-6260-846D-476884850A35}"/>
              </a:ext>
            </a:extLst>
          </p:cNvPr>
          <p:cNvSpPr/>
          <p:nvPr/>
        </p:nvSpPr>
        <p:spPr>
          <a:xfrm>
            <a:off x="4124960" y="3712280"/>
            <a:ext cx="306000" cy="30600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B18768-3FCD-349F-3B48-8088A240DEB5}"/>
              </a:ext>
            </a:extLst>
          </p:cNvPr>
          <p:cNvSpPr/>
          <p:nvPr/>
        </p:nvSpPr>
        <p:spPr>
          <a:xfrm>
            <a:off x="4570202" y="3712280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704EAC-6327-55F3-DA56-4834C6755953}"/>
              </a:ext>
            </a:extLst>
          </p:cNvPr>
          <p:cNvSpPr/>
          <p:nvPr/>
        </p:nvSpPr>
        <p:spPr>
          <a:xfrm>
            <a:off x="5060579" y="3712280"/>
            <a:ext cx="306000" cy="30600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F296B54-F0F2-71B6-26DA-87C77981662C}"/>
              </a:ext>
            </a:extLst>
          </p:cNvPr>
          <p:cNvSpPr/>
          <p:nvPr/>
        </p:nvSpPr>
        <p:spPr>
          <a:xfrm>
            <a:off x="5550956" y="3712280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0EA04CB-B66A-E3C7-3DDF-CA32E533DB6B}"/>
              </a:ext>
            </a:extLst>
          </p:cNvPr>
          <p:cNvSpPr/>
          <p:nvPr/>
        </p:nvSpPr>
        <p:spPr>
          <a:xfrm>
            <a:off x="3647440" y="4218940"/>
            <a:ext cx="306000" cy="306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982FA18-E984-2736-4A1F-B37E15A6B319}"/>
              </a:ext>
            </a:extLst>
          </p:cNvPr>
          <p:cNvSpPr/>
          <p:nvPr/>
        </p:nvSpPr>
        <p:spPr>
          <a:xfrm>
            <a:off x="4124960" y="4218940"/>
            <a:ext cx="306000" cy="306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99ECE68-4980-6036-AD2B-5F94CF9389E9}"/>
              </a:ext>
            </a:extLst>
          </p:cNvPr>
          <p:cNvSpPr/>
          <p:nvPr/>
        </p:nvSpPr>
        <p:spPr>
          <a:xfrm>
            <a:off x="4570202" y="4218940"/>
            <a:ext cx="306000" cy="306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901491C-328A-2ECE-876F-0509C0C4D7D3}"/>
              </a:ext>
            </a:extLst>
          </p:cNvPr>
          <p:cNvSpPr/>
          <p:nvPr/>
        </p:nvSpPr>
        <p:spPr>
          <a:xfrm>
            <a:off x="5060579" y="4218940"/>
            <a:ext cx="306000" cy="30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A1EB703-9B01-8A47-7DD1-42E0BEA6BD5F}"/>
              </a:ext>
            </a:extLst>
          </p:cNvPr>
          <p:cNvSpPr/>
          <p:nvPr/>
        </p:nvSpPr>
        <p:spPr>
          <a:xfrm>
            <a:off x="5550956" y="4218940"/>
            <a:ext cx="306000" cy="306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9E35F84-06A2-9F89-6817-2FABE9E37E49}"/>
              </a:ext>
            </a:extLst>
          </p:cNvPr>
          <p:cNvSpPr/>
          <p:nvPr/>
        </p:nvSpPr>
        <p:spPr>
          <a:xfrm>
            <a:off x="3202198" y="2605003"/>
            <a:ext cx="306000" cy="30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B7E3904-CFF8-02D0-D71D-A76F25654C39}"/>
              </a:ext>
            </a:extLst>
          </p:cNvPr>
          <p:cNvSpPr/>
          <p:nvPr/>
        </p:nvSpPr>
        <p:spPr>
          <a:xfrm>
            <a:off x="3202198" y="3146104"/>
            <a:ext cx="306000" cy="30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7CE417F-E39F-96D3-C00D-D352F99781CF}"/>
              </a:ext>
            </a:extLst>
          </p:cNvPr>
          <p:cNvSpPr/>
          <p:nvPr/>
        </p:nvSpPr>
        <p:spPr>
          <a:xfrm>
            <a:off x="3202198" y="3712280"/>
            <a:ext cx="306000" cy="30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CE22041-AAF3-CDFC-0A6D-DC9A2B221397}"/>
              </a:ext>
            </a:extLst>
          </p:cNvPr>
          <p:cNvSpPr/>
          <p:nvPr/>
        </p:nvSpPr>
        <p:spPr>
          <a:xfrm>
            <a:off x="3202198" y="4218940"/>
            <a:ext cx="306000" cy="306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C68144-603A-B31B-0471-DCB2194B60BF}"/>
              </a:ext>
            </a:extLst>
          </p:cNvPr>
          <p:cNvSpPr txBox="1"/>
          <p:nvPr/>
        </p:nvSpPr>
        <p:spPr>
          <a:xfrm>
            <a:off x="6087560" y="257244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124F306-F31E-11D7-1A65-3A4D5AB6F685}"/>
              </a:ext>
            </a:extLst>
          </p:cNvPr>
          <p:cNvSpPr txBox="1"/>
          <p:nvPr/>
        </p:nvSpPr>
        <p:spPr>
          <a:xfrm>
            <a:off x="6087560" y="3113550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P2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ACA2078-4439-14E8-70D4-531AF4641CD5}"/>
              </a:ext>
            </a:extLst>
          </p:cNvPr>
          <p:cNvSpPr txBox="1"/>
          <p:nvPr/>
        </p:nvSpPr>
        <p:spPr>
          <a:xfrm>
            <a:off x="6087560" y="3679726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P3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E87F970-829A-851F-71F5-D64067458983}"/>
              </a:ext>
            </a:extLst>
          </p:cNvPr>
          <p:cNvSpPr txBox="1"/>
          <p:nvPr/>
        </p:nvSpPr>
        <p:spPr>
          <a:xfrm>
            <a:off x="6087560" y="4186386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P4</a:t>
            </a:r>
          </a:p>
        </p:txBody>
      </p:sp>
      <p:pic>
        <p:nvPicPr>
          <p:cNvPr id="4100" name="Picture 4" descr="Mobile App icon PNG and SVG Vector Free Download">
            <a:extLst>
              <a:ext uri="{FF2B5EF4-FFF2-40B4-BE49-F238E27FC236}">
                <a16:creationId xmlns:a16="http://schemas.microsoft.com/office/drawing/2014/main" id="{0AB7639F-0573-8620-9AC7-27396806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08" y="2586479"/>
            <a:ext cx="377507" cy="649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ebsite - Free computer icons">
            <a:extLst>
              <a:ext uri="{FF2B5EF4-FFF2-40B4-BE49-F238E27FC236}">
                <a16:creationId xmlns:a16="http://schemas.microsoft.com/office/drawing/2014/main" id="{BF132DF3-DED7-53D7-73AA-E1F7428AD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37" y="3638704"/>
            <a:ext cx="602848" cy="60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1BEB1D47-970A-A421-6624-766FB617F433}"/>
              </a:ext>
            </a:extLst>
          </p:cNvPr>
          <p:cNvCxnSpPr>
            <a:cxnSpLocks/>
            <a:stCxn id="4100" idx="3"/>
            <a:endCxn id="28" idx="1"/>
          </p:cNvCxnSpPr>
          <p:nvPr/>
        </p:nvCxnSpPr>
        <p:spPr>
          <a:xfrm flipV="1">
            <a:off x="1342415" y="2758003"/>
            <a:ext cx="1859783" cy="153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66DC13E-434C-9946-3A52-006E218F34FF}"/>
              </a:ext>
            </a:extLst>
          </p:cNvPr>
          <p:cNvCxnSpPr>
            <a:cxnSpLocks/>
            <a:stCxn id="4100" idx="3"/>
            <a:endCxn id="29" idx="1"/>
          </p:cNvCxnSpPr>
          <p:nvPr/>
        </p:nvCxnSpPr>
        <p:spPr>
          <a:xfrm>
            <a:off x="1342415" y="2911003"/>
            <a:ext cx="1859783" cy="38810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ECB96DA3-CFEF-B063-7936-A45ADB1CCBE5}"/>
              </a:ext>
            </a:extLst>
          </p:cNvPr>
          <p:cNvCxnSpPr>
            <a:cxnSpLocks/>
            <a:stCxn id="4102" idx="3"/>
            <a:endCxn id="29" idx="1"/>
          </p:cNvCxnSpPr>
          <p:nvPr/>
        </p:nvCxnSpPr>
        <p:spPr>
          <a:xfrm flipV="1">
            <a:off x="1455085" y="3299104"/>
            <a:ext cx="1747113" cy="6410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E7B39ED5-ABA5-B537-699E-F8327A35883F}"/>
              </a:ext>
            </a:extLst>
          </p:cNvPr>
          <p:cNvCxnSpPr>
            <a:cxnSpLocks/>
            <a:stCxn id="4102" idx="3"/>
            <a:endCxn id="30" idx="1"/>
          </p:cNvCxnSpPr>
          <p:nvPr/>
        </p:nvCxnSpPr>
        <p:spPr>
          <a:xfrm flipV="1">
            <a:off x="1455085" y="3865280"/>
            <a:ext cx="1747113" cy="74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ângulo 53">
            <a:extLst>
              <a:ext uri="{FF2B5EF4-FFF2-40B4-BE49-F238E27FC236}">
                <a16:creationId xmlns:a16="http://schemas.microsoft.com/office/drawing/2014/main" id="{35EB8E9C-5C28-5B71-3413-8B5A64EA1912}"/>
              </a:ext>
            </a:extLst>
          </p:cNvPr>
          <p:cNvSpPr/>
          <p:nvPr/>
        </p:nvSpPr>
        <p:spPr>
          <a:xfrm>
            <a:off x="2328382" y="2679851"/>
            <a:ext cx="306000" cy="306000"/>
          </a:xfrm>
          <a:prstGeom prst="rect">
            <a:avLst/>
          </a:prstGeom>
          <a:solidFill>
            <a:srgbClr val="00B0C9"/>
          </a:solidFill>
          <a:ln>
            <a:solidFill>
              <a:srgbClr val="00B0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5DA56BC3-347D-AF79-3C62-23F8E8F297EE}"/>
              </a:ext>
            </a:extLst>
          </p:cNvPr>
          <p:cNvSpPr/>
          <p:nvPr/>
        </p:nvSpPr>
        <p:spPr>
          <a:xfrm>
            <a:off x="7991076" y="1725700"/>
            <a:ext cx="2430000" cy="1026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FDCC29AB-84C5-1CC2-CC0E-CCD8D6629410}"/>
              </a:ext>
            </a:extLst>
          </p:cNvPr>
          <p:cNvSpPr/>
          <p:nvPr/>
        </p:nvSpPr>
        <p:spPr>
          <a:xfrm>
            <a:off x="7991076" y="3063241"/>
            <a:ext cx="2430000" cy="1026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8162D24D-B8C5-7293-25D0-89E8DC7A4F68}"/>
              </a:ext>
            </a:extLst>
          </p:cNvPr>
          <p:cNvSpPr/>
          <p:nvPr/>
        </p:nvSpPr>
        <p:spPr>
          <a:xfrm>
            <a:off x="7991076" y="4400783"/>
            <a:ext cx="2430000" cy="10261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F734FCFD-696D-B84A-2B31-547BA8AB2E4D}"/>
              </a:ext>
            </a:extLst>
          </p:cNvPr>
          <p:cNvCxnSpPr>
            <a:cxnSpLocks/>
            <a:stCxn id="4" idx="3"/>
            <a:endCxn id="56" idx="1"/>
          </p:cNvCxnSpPr>
          <p:nvPr/>
        </p:nvCxnSpPr>
        <p:spPr>
          <a:xfrm flipV="1">
            <a:off x="6482126" y="2238780"/>
            <a:ext cx="1508950" cy="13375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97DA2BA4-2B61-EDCA-3326-DF277FFB2B1E}"/>
              </a:ext>
            </a:extLst>
          </p:cNvPr>
          <p:cNvCxnSpPr>
            <a:cxnSpLocks/>
            <a:stCxn id="4" idx="3"/>
            <a:endCxn id="57" idx="1"/>
          </p:cNvCxnSpPr>
          <p:nvPr/>
        </p:nvCxnSpPr>
        <p:spPr>
          <a:xfrm>
            <a:off x="6482126" y="3576321"/>
            <a:ext cx="15089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Conector de Seta Reta 4096">
            <a:extLst>
              <a:ext uri="{FF2B5EF4-FFF2-40B4-BE49-F238E27FC236}">
                <a16:creationId xmlns:a16="http://schemas.microsoft.com/office/drawing/2014/main" id="{F1D9ADF6-C19E-62BE-7FAD-F62CADEDFB71}"/>
              </a:ext>
            </a:extLst>
          </p:cNvPr>
          <p:cNvCxnSpPr>
            <a:cxnSpLocks/>
            <a:stCxn id="4" idx="3"/>
            <a:endCxn id="58" idx="1"/>
          </p:cNvCxnSpPr>
          <p:nvPr/>
        </p:nvCxnSpPr>
        <p:spPr>
          <a:xfrm>
            <a:off x="6482126" y="3576321"/>
            <a:ext cx="1508950" cy="13375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9" name="CaixaDeTexto 4108">
            <a:extLst>
              <a:ext uri="{FF2B5EF4-FFF2-40B4-BE49-F238E27FC236}">
                <a16:creationId xmlns:a16="http://schemas.microsoft.com/office/drawing/2014/main" id="{9AD20711-4C13-61EC-0FAC-FD5F20F2F071}"/>
              </a:ext>
            </a:extLst>
          </p:cNvPr>
          <p:cNvSpPr txBox="1"/>
          <p:nvPr/>
        </p:nvSpPr>
        <p:spPr>
          <a:xfrm>
            <a:off x="8188359" y="224710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P1</a:t>
            </a:r>
          </a:p>
        </p:txBody>
      </p:sp>
      <p:sp>
        <p:nvSpPr>
          <p:cNvPr id="4110" name="CaixaDeTexto 4109">
            <a:extLst>
              <a:ext uri="{FF2B5EF4-FFF2-40B4-BE49-F238E27FC236}">
                <a16:creationId xmlns:a16="http://schemas.microsoft.com/office/drawing/2014/main" id="{A6A27F4D-F830-FBCE-A17A-DA41CE3CB622}"/>
              </a:ext>
            </a:extLst>
          </p:cNvPr>
          <p:cNvSpPr txBox="1"/>
          <p:nvPr/>
        </p:nvSpPr>
        <p:spPr>
          <a:xfrm>
            <a:off x="8727142" y="224710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P2</a:t>
            </a:r>
          </a:p>
        </p:txBody>
      </p:sp>
      <p:sp>
        <p:nvSpPr>
          <p:cNvPr id="4111" name="CaixaDeTexto 4110">
            <a:extLst>
              <a:ext uri="{FF2B5EF4-FFF2-40B4-BE49-F238E27FC236}">
                <a16:creationId xmlns:a16="http://schemas.microsoft.com/office/drawing/2014/main" id="{9BBE36CF-0456-5B8D-0D93-F64C596A058F}"/>
              </a:ext>
            </a:extLst>
          </p:cNvPr>
          <p:cNvSpPr txBox="1"/>
          <p:nvPr/>
        </p:nvSpPr>
        <p:spPr>
          <a:xfrm>
            <a:off x="9265925" y="224710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P3</a:t>
            </a:r>
          </a:p>
        </p:txBody>
      </p:sp>
      <p:sp>
        <p:nvSpPr>
          <p:cNvPr id="4112" name="CaixaDeTexto 4111">
            <a:extLst>
              <a:ext uri="{FF2B5EF4-FFF2-40B4-BE49-F238E27FC236}">
                <a16:creationId xmlns:a16="http://schemas.microsoft.com/office/drawing/2014/main" id="{E94DBA16-1679-3D2F-B519-92C349158AC2}"/>
              </a:ext>
            </a:extLst>
          </p:cNvPr>
          <p:cNvSpPr txBox="1"/>
          <p:nvPr/>
        </p:nvSpPr>
        <p:spPr>
          <a:xfrm>
            <a:off x="9804708" y="224710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P4</a:t>
            </a:r>
          </a:p>
        </p:txBody>
      </p:sp>
      <p:sp>
        <p:nvSpPr>
          <p:cNvPr id="4113" name="CaixaDeTexto 4112">
            <a:extLst>
              <a:ext uri="{FF2B5EF4-FFF2-40B4-BE49-F238E27FC236}">
                <a16:creationId xmlns:a16="http://schemas.microsoft.com/office/drawing/2014/main" id="{2F905ABD-5A49-56EA-BD93-8097D7F243DB}"/>
              </a:ext>
            </a:extLst>
          </p:cNvPr>
          <p:cNvSpPr txBox="1"/>
          <p:nvPr/>
        </p:nvSpPr>
        <p:spPr>
          <a:xfrm>
            <a:off x="8185502" y="3603543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P1</a:t>
            </a:r>
          </a:p>
        </p:txBody>
      </p:sp>
      <p:sp>
        <p:nvSpPr>
          <p:cNvPr id="4114" name="CaixaDeTexto 4113">
            <a:extLst>
              <a:ext uri="{FF2B5EF4-FFF2-40B4-BE49-F238E27FC236}">
                <a16:creationId xmlns:a16="http://schemas.microsoft.com/office/drawing/2014/main" id="{E212CA66-A2D3-6DEC-1AE8-7744F78447DE}"/>
              </a:ext>
            </a:extLst>
          </p:cNvPr>
          <p:cNvSpPr txBox="1"/>
          <p:nvPr/>
        </p:nvSpPr>
        <p:spPr>
          <a:xfrm>
            <a:off x="8724285" y="3603543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P2</a:t>
            </a:r>
          </a:p>
        </p:txBody>
      </p:sp>
      <p:sp>
        <p:nvSpPr>
          <p:cNvPr id="4115" name="CaixaDeTexto 4114">
            <a:extLst>
              <a:ext uri="{FF2B5EF4-FFF2-40B4-BE49-F238E27FC236}">
                <a16:creationId xmlns:a16="http://schemas.microsoft.com/office/drawing/2014/main" id="{5E92B7D7-31C9-1793-94B2-A2328413DFF2}"/>
              </a:ext>
            </a:extLst>
          </p:cNvPr>
          <p:cNvSpPr txBox="1"/>
          <p:nvPr/>
        </p:nvSpPr>
        <p:spPr>
          <a:xfrm>
            <a:off x="9263068" y="3603543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P3</a:t>
            </a:r>
          </a:p>
        </p:txBody>
      </p:sp>
      <p:sp>
        <p:nvSpPr>
          <p:cNvPr id="4116" name="CaixaDeTexto 4115">
            <a:extLst>
              <a:ext uri="{FF2B5EF4-FFF2-40B4-BE49-F238E27FC236}">
                <a16:creationId xmlns:a16="http://schemas.microsoft.com/office/drawing/2014/main" id="{3D9F2907-B4C5-994C-48E2-78CAFECB790C}"/>
              </a:ext>
            </a:extLst>
          </p:cNvPr>
          <p:cNvSpPr txBox="1"/>
          <p:nvPr/>
        </p:nvSpPr>
        <p:spPr>
          <a:xfrm>
            <a:off x="9801851" y="3603543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P4</a:t>
            </a:r>
          </a:p>
        </p:txBody>
      </p:sp>
      <p:sp>
        <p:nvSpPr>
          <p:cNvPr id="4117" name="CaixaDeTexto 4116">
            <a:extLst>
              <a:ext uri="{FF2B5EF4-FFF2-40B4-BE49-F238E27FC236}">
                <a16:creationId xmlns:a16="http://schemas.microsoft.com/office/drawing/2014/main" id="{DC7F0518-3B5C-3E6F-FC69-A0CFB9148E9C}"/>
              </a:ext>
            </a:extLst>
          </p:cNvPr>
          <p:cNvSpPr txBox="1"/>
          <p:nvPr/>
        </p:nvSpPr>
        <p:spPr>
          <a:xfrm>
            <a:off x="8185502" y="4927601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P1</a:t>
            </a:r>
          </a:p>
        </p:txBody>
      </p:sp>
      <p:sp>
        <p:nvSpPr>
          <p:cNvPr id="4118" name="CaixaDeTexto 4117">
            <a:extLst>
              <a:ext uri="{FF2B5EF4-FFF2-40B4-BE49-F238E27FC236}">
                <a16:creationId xmlns:a16="http://schemas.microsoft.com/office/drawing/2014/main" id="{D90901DE-949E-5417-35A6-671106495B25}"/>
              </a:ext>
            </a:extLst>
          </p:cNvPr>
          <p:cNvSpPr txBox="1"/>
          <p:nvPr/>
        </p:nvSpPr>
        <p:spPr>
          <a:xfrm>
            <a:off x="8724285" y="4927601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P2</a:t>
            </a:r>
          </a:p>
        </p:txBody>
      </p:sp>
      <p:sp>
        <p:nvSpPr>
          <p:cNvPr id="4119" name="CaixaDeTexto 4118">
            <a:extLst>
              <a:ext uri="{FF2B5EF4-FFF2-40B4-BE49-F238E27FC236}">
                <a16:creationId xmlns:a16="http://schemas.microsoft.com/office/drawing/2014/main" id="{BA1B963D-4BCE-AEFC-CF66-ED00325B8561}"/>
              </a:ext>
            </a:extLst>
          </p:cNvPr>
          <p:cNvSpPr txBox="1"/>
          <p:nvPr/>
        </p:nvSpPr>
        <p:spPr>
          <a:xfrm>
            <a:off x="9263068" y="4927601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P3</a:t>
            </a:r>
          </a:p>
        </p:txBody>
      </p:sp>
      <p:sp>
        <p:nvSpPr>
          <p:cNvPr id="4120" name="CaixaDeTexto 4119">
            <a:extLst>
              <a:ext uri="{FF2B5EF4-FFF2-40B4-BE49-F238E27FC236}">
                <a16:creationId xmlns:a16="http://schemas.microsoft.com/office/drawing/2014/main" id="{08FCB77A-6583-3318-BB4D-8C50DC85F757}"/>
              </a:ext>
            </a:extLst>
          </p:cNvPr>
          <p:cNvSpPr txBox="1"/>
          <p:nvPr/>
        </p:nvSpPr>
        <p:spPr>
          <a:xfrm>
            <a:off x="9801851" y="4927601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P4</a:t>
            </a:r>
          </a:p>
        </p:txBody>
      </p:sp>
      <p:sp>
        <p:nvSpPr>
          <p:cNvPr id="4122" name="CaixaDeTexto 4121">
            <a:extLst>
              <a:ext uri="{FF2B5EF4-FFF2-40B4-BE49-F238E27FC236}">
                <a16:creationId xmlns:a16="http://schemas.microsoft.com/office/drawing/2014/main" id="{F5BCE328-1F35-562A-CC22-864CEF636242}"/>
              </a:ext>
            </a:extLst>
          </p:cNvPr>
          <p:cNvSpPr txBox="1"/>
          <p:nvPr/>
        </p:nvSpPr>
        <p:spPr>
          <a:xfrm>
            <a:off x="8185502" y="1869440"/>
            <a:ext cx="1616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Broker A </a:t>
            </a:r>
            <a:r>
              <a:rPr lang="pt-BR" sz="1200" dirty="0"/>
              <a:t>– us-east-1</a:t>
            </a:r>
          </a:p>
        </p:txBody>
      </p:sp>
      <p:sp>
        <p:nvSpPr>
          <p:cNvPr id="4123" name="CaixaDeTexto 4122">
            <a:extLst>
              <a:ext uri="{FF2B5EF4-FFF2-40B4-BE49-F238E27FC236}">
                <a16:creationId xmlns:a16="http://schemas.microsoft.com/office/drawing/2014/main" id="{78B9E7DF-4596-DF15-9835-7067876FC8E9}"/>
              </a:ext>
            </a:extLst>
          </p:cNvPr>
          <p:cNvSpPr txBox="1"/>
          <p:nvPr/>
        </p:nvSpPr>
        <p:spPr>
          <a:xfrm>
            <a:off x="8185501" y="3152001"/>
            <a:ext cx="1616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Broker B </a:t>
            </a:r>
            <a:r>
              <a:rPr lang="pt-BR" sz="1200" dirty="0"/>
              <a:t>– sa-east-1</a:t>
            </a:r>
          </a:p>
        </p:txBody>
      </p:sp>
      <p:sp>
        <p:nvSpPr>
          <p:cNvPr id="4124" name="CaixaDeTexto 4123">
            <a:extLst>
              <a:ext uri="{FF2B5EF4-FFF2-40B4-BE49-F238E27FC236}">
                <a16:creationId xmlns:a16="http://schemas.microsoft.com/office/drawing/2014/main" id="{9767EE6F-0A1A-4727-42C0-9BFABD908164}"/>
              </a:ext>
            </a:extLst>
          </p:cNvPr>
          <p:cNvSpPr txBox="1"/>
          <p:nvPr/>
        </p:nvSpPr>
        <p:spPr>
          <a:xfrm>
            <a:off x="8088050" y="4468915"/>
            <a:ext cx="1616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Broker C </a:t>
            </a:r>
            <a:r>
              <a:rPr lang="pt-BR" sz="1200" dirty="0"/>
              <a:t>– ap-south-1</a:t>
            </a:r>
          </a:p>
        </p:txBody>
      </p:sp>
    </p:spTree>
    <p:extLst>
      <p:ext uri="{BB962C8B-B14F-4D97-AF65-F5344CB8AC3E}">
        <p14:creationId xmlns:p14="http://schemas.microsoft.com/office/powerpoint/2010/main" val="425063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AE63FE-0EB5-DC07-D5E2-D639B54CE67E}"/>
              </a:ext>
            </a:extLst>
          </p:cNvPr>
          <p:cNvSpPr/>
          <p:nvPr/>
        </p:nvSpPr>
        <p:spPr>
          <a:xfrm>
            <a:off x="2936240" y="2645923"/>
            <a:ext cx="3545886" cy="228167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0FD254-B582-FA22-D69E-5C34C1916E33}"/>
              </a:ext>
            </a:extLst>
          </p:cNvPr>
          <p:cNvSpPr/>
          <p:nvPr/>
        </p:nvSpPr>
        <p:spPr>
          <a:xfrm>
            <a:off x="3569619" y="3250209"/>
            <a:ext cx="306000" cy="306000"/>
          </a:xfrm>
          <a:prstGeom prst="rect">
            <a:avLst/>
          </a:prstGeom>
          <a:solidFill>
            <a:srgbClr val="00B0C9"/>
          </a:solidFill>
          <a:ln>
            <a:solidFill>
              <a:srgbClr val="00B0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E3AB27-822E-118A-AA1E-581ECACE23F5}"/>
              </a:ext>
            </a:extLst>
          </p:cNvPr>
          <p:cNvSpPr/>
          <p:nvPr/>
        </p:nvSpPr>
        <p:spPr>
          <a:xfrm>
            <a:off x="4047139" y="3250209"/>
            <a:ext cx="306000" cy="306000"/>
          </a:xfrm>
          <a:prstGeom prst="rect">
            <a:avLst/>
          </a:prstGeom>
          <a:solidFill>
            <a:srgbClr val="00B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E718D8-8C42-73A6-B8C9-5649715031BA}"/>
              </a:ext>
            </a:extLst>
          </p:cNvPr>
          <p:cNvSpPr/>
          <p:nvPr/>
        </p:nvSpPr>
        <p:spPr>
          <a:xfrm>
            <a:off x="4492381" y="3250209"/>
            <a:ext cx="306000" cy="306000"/>
          </a:xfrm>
          <a:prstGeom prst="rect">
            <a:avLst/>
          </a:prstGeom>
          <a:solidFill>
            <a:srgbClr val="00B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914B24-4E51-6E4A-E872-45AF623BAE31}"/>
              </a:ext>
            </a:extLst>
          </p:cNvPr>
          <p:cNvSpPr/>
          <p:nvPr/>
        </p:nvSpPr>
        <p:spPr>
          <a:xfrm>
            <a:off x="4982758" y="3250209"/>
            <a:ext cx="306000" cy="3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9675F4-B19B-07C4-23FD-8D85D3CE8D2C}"/>
              </a:ext>
            </a:extLst>
          </p:cNvPr>
          <p:cNvSpPr/>
          <p:nvPr/>
        </p:nvSpPr>
        <p:spPr>
          <a:xfrm>
            <a:off x="5473135" y="3250209"/>
            <a:ext cx="306000" cy="3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7BD504-456F-5D27-281F-41BDC83F1360}"/>
              </a:ext>
            </a:extLst>
          </p:cNvPr>
          <p:cNvSpPr/>
          <p:nvPr/>
        </p:nvSpPr>
        <p:spPr>
          <a:xfrm>
            <a:off x="3569619" y="3791310"/>
            <a:ext cx="306000" cy="306000"/>
          </a:xfrm>
          <a:prstGeom prst="rect">
            <a:avLst/>
          </a:prstGeom>
          <a:solidFill>
            <a:srgbClr val="8D7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6DAD792-FF1D-3796-F92A-5840E6FDDA6A}"/>
              </a:ext>
            </a:extLst>
          </p:cNvPr>
          <p:cNvSpPr/>
          <p:nvPr/>
        </p:nvSpPr>
        <p:spPr>
          <a:xfrm>
            <a:off x="4047139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58903C-95B8-EE2F-C2C0-66329E0F0956}"/>
              </a:ext>
            </a:extLst>
          </p:cNvPr>
          <p:cNvSpPr/>
          <p:nvPr/>
        </p:nvSpPr>
        <p:spPr>
          <a:xfrm>
            <a:off x="4492381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B74870-A65C-35C2-602F-66A69FBFDDC5}"/>
              </a:ext>
            </a:extLst>
          </p:cNvPr>
          <p:cNvSpPr/>
          <p:nvPr/>
        </p:nvSpPr>
        <p:spPr>
          <a:xfrm>
            <a:off x="4982758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7209E36-85DB-0778-C167-0919FC2AD3B1}"/>
              </a:ext>
            </a:extLst>
          </p:cNvPr>
          <p:cNvSpPr/>
          <p:nvPr/>
        </p:nvSpPr>
        <p:spPr>
          <a:xfrm>
            <a:off x="5473135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10CE25D-393F-85B8-B38B-2CB82AE10613}"/>
              </a:ext>
            </a:extLst>
          </p:cNvPr>
          <p:cNvSpPr/>
          <p:nvPr/>
        </p:nvSpPr>
        <p:spPr>
          <a:xfrm>
            <a:off x="3569619" y="4357486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FA71817-E229-6260-846D-476884850A35}"/>
              </a:ext>
            </a:extLst>
          </p:cNvPr>
          <p:cNvSpPr/>
          <p:nvPr/>
        </p:nvSpPr>
        <p:spPr>
          <a:xfrm>
            <a:off x="4047139" y="4357486"/>
            <a:ext cx="306000" cy="30600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B18768-3FCD-349F-3B48-8088A240DEB5}"/>
              </a:ext>
            </a:extLst>
          </p:cNvPr>
          <p:cNvSpPr/>
          <p:nvPr/>
        </p:nvSpPr>
        <p:spPr>
          <a:xfrm>
            <a:off x="4492381" y="4357486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704EAC-6327-55F3-DA56-4834C6755953}"/>
              </a:ext>
            </a:extLst>
          </p:cNvPr>
          <p:cNvSpPr/>
          <p:nvPr/>
        </p:nvSpPr>
        <p:spPr>
          <a:xfrm>
            <a:off x="4982758" y="4357486"/>
            <a:ext cx="306000" cy="30600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F296B54-F0F2-71B6-26DA-87C77981662C}"/>
              </a:ext>
            </a:extLst>
          </p:cNvPr>
          <p:cNvSpPr/>
          <p:nvPr/>
        </p:nvSpPr>
        <p:spPr>
          <a:xfrm>
            <a:off x="5473135" y="4357486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C68144-603A-B31B-0471-DCB2194B60BF}"/>
              </a:ext>
            </a:extLst>
          </p:cNvPr>
          <p:cNvSpPr txBox="1"/>
          <p:nvPr/>
        </p:nvSpPr>
        <p:spPr>
          <a:xfrm>
            <a:off x="3023340" y="3233932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124F306-F31E-11D7-1A65-3A4D5AB6F685}"/>
              </a:ext>
            </a:extLst>
          </p:cNvPr>
          <p:cNvSpPr txBox="1"/>
          <p:nvPr/>
        </p:nvSpPr>
        <p:spPr>
          <a:xfrm>
            <a:off x="3023340" y="3775033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P2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ACA2078-4439-14E8-70D4-531AF4641CD5}"/>
              </a:ext>
            </a:extLst>
          </p:cNvPr>
          <p:cNvSpPr txBox="1"/>
          <p:nvPr/>
        </p:nvSpPr>
        <p:spPr>
          <a:xfrm>
            <a:off x="3023340" y="434120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P3</a:t>
            </a:r>
          </a:p>
        </p:txBody>
      </p: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F734FCFD-696D-B84A-2B31-547BA8AB2E4D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827833" y="2106039"/>
            <a:ext cx="3102158" cy="1275493"/>
          </a:xfrm>
          <a:prstGeom prst="straightConnector1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97DA2BA4-2B61-EDCA-3326-DF277FFB2B1E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5849545" y="2726552"/>
            <a:ext cx="3080446" cy="1217758"/>
          </a:xfrm>
          <a:prstGeom prst="straightConnector1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Conector de Seta Reta 4096">
            <a:extLst>
              <a:ext uri="{FF2B5EF4-FFF2-40B4-BE49-F238E27FC236}">
                <a16:creationId xmlns:a16="http://schemas.microsoft.com/office/drawing/2014/main" id="{F1D9ADF6-C19E-62BE-7FAD-F62CADEDFB71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899171" y="3347065"/>
            <a:ext cx="3030820" cy="1159787"/>
          </a:xfrm>
          <a:prstGeom prst="straightConnector1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C3BFB82A-A09F-C928-31A5-7468AA5A3B9B}"/>
              </a:ext>
            </a:extLst>
          </p:cNvPr>
          <p:cNvSpPr/>
          <p:nvPr/>
        </p:nvSpPr>
        <p:spPr>
          <a:xfrm>
            <a:off x="8929991" y="1896894"/>
            <a:ext cx="2024125" cy="418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01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2A0D8ED-D256-21BF-6664-6D856B05B3B1}"/>
              </a:ext>
            </a:extLst>
          </p:cNvPr>
          <p:cNvSpPr/>
          <p:nvPr/>
        </p:nvSpPr>
        <p:spPr>
          <a:xfrm>
            <a:off x="8929991" y="2517407"/>
            <a:ext cx="2024125" cy="418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02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34FD88A-3B3A-C64D-C036-AF816AFAF84D}"/>
              </a:ext>
            </a:extLst>
          </p:cNvPr>
          <p:cNvSpPr/>
          <p:nvPr/>
        </p:nvSpPr>
        <p:spPr>
          <a:xfrm>
            <a:off x="8929991" y="3137920"/>
            <a:ext cx="2024125" cy="418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A399444-0492-BABD-63E5-3A1FC0446E67}"/>
              </a:ext>
            </a:extLst>
          </p:cNvPr>
          <p:cNvSpPr txBox="1"/>
          <p:nvPr/>
        </p:nvSpPr>
        <p:spPr>
          <a:xfrm>
            <a:off x="3875619" y="2769587"/>
            <a:ext cx="225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Tópico Vendas</a:t>
            </a:r>
          </a:p>
        </p:txBody>
      </p:sp>
    </p:spTree>
    <p:extLst>
      <p:ext uri="{BB962C8B-B14F-4D97-AF65-F5344CB8AC3E}">
        <p14:creationId xmlns:p14="http://schemas.microsoft.com/office/powerpoint/2010/main" val="133019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BF5A9DEA-4E78-8002-D560-CC562108D8AE}"/>
              </a:ext>
            </a:extLst>
          </p:cNvPr>
          <p:cNvSpPr/>
          <p:nvPr/>
        </p:nvSpPr>
        <p:spPr>
          <a:xfrm>
            <a:off x="8492633" y="3811247"/>
            <a:ext cx="2898842" cy="228167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821CA94-AC7A-0CEF-C061-4B84E585DC04}"/>
              </a:ext>
            </a:extLst>
          </p:cNvPr>
          <p:cNvSpPr/>
          <p:nvPr/>
        </p:nvSpPr>
        <p:spPr>
          <a:xfrm>
            <a:off x="8461324" y="1432713"/>
            <a:ext cx="2898842" cy="228167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AE63FE-0EB5-DC07-D5E2-D639B54CE67E}"/>
              </a:ext>
            </a:extLst>
          </p:cNvPr>
          <p:cNvSpPr/>
          <p:nvPr/>
        </p:nvSpPr>
        <p:spPr>
          <a:xfrm>
            <a:off x="2936240" y="2645923"/>
            <a:ext cx="3545886" cy="2281678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0FD254-B582-FA22-D69E-5C34C1916E33}"/>
              </a:ext>
            </a:extLst>
          </p:cNvPr>
          <p:cNvSpPr/>
          <p:nvPr/>
        </p:nvSpPr>
        <p:spPr>
          <a:xfrm>
            <a:off x="3569619" y="3250209"/>
            <a:ext cx="306000" cy="306000"/>
          </a:xfrm>
          <a:prstGeom prst="rect">
            <a:avLst/>
          </a:prstGeom>
          <a:solidFill>
            <a:srgbClr val="00B0C9"/>
          </a:solidFill>
          <a:ln>
            <a:solidFill>
              <a:srgbClr val="00B0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4E3AB27-822E-118A-AA1E-581ECACE23F5}"/>
              </a:ext>
            </a:extLst>
          </p:cNvPr>
          <p:cNvSpPr/>
          <p:nvPr/>
        </p:nvSpPr>
        <p:spPr>
          <a:xfrm>
            <a:off x="4047139" y="3250209"/>
            <a:ext cx="306000" cy="306000"/>
          </a:xfrm>
          <a:prstGeom prst="rect">
            <a:avLst/>
          </a:prstGeom>
          <a:solidFill>
            <a:srgbClr val="00B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DE718D8-8C42-73A6-B8C9-5649715031BA}"/>
              </a:ext>
            </a:extLst>
          </p:cNvPr>
          <p:cNvSpPr/>
          <p:nvPr/>
        </p:nvSpPr>
        <p:spPr>
          <a:xfrm>
            <a:off x="4492381" y="3250209"/>
            <a:ext cx="306000" cy="306000"/>
          </a:xfrm>
          <a:prstGeom prst="rect">
            <a:avLst/>
          </a:prstGeom>
          <a:solidFill>
            <a:srgbClr val="00B0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914B24-4E51-6E4A-E872-45AF623BAE31}"/>
              </a:ext>
            </a:extLst>
          </p:cNvPr>
          <p:cNvSpPr/>
          <p:nvPr/>
        </p:nvSpPr>
        <p:spPr>
          <a:xfrm>
            <a:off x="4982758" y="3250209"/>
            <a:ext cx="306000" cy="3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9675F4-B19B-07C4-23FD-8D85D3CE8D2C}"/>
              </a:ext>
            </a:extLst>
          </p:cNvPr>
          <p:cNvSpPr/>
          <p:nvPr/>
        </p:nvSpPr>
        <p:spPr>
          <a:xfrm>
            <a:off x="5473135" y="3250209"/>
            <a:ext cx="306000" cy="3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7BD504-456F-5D27-281F-41BDC83F1360}"/>
              </a:ext>
            </a:extLst>
          </p:cNvPr>
          <p:cNvSpPr/>
          <p:nvPr/>
        </p:nvSpPr>
        <p:spPr>
          <a:xfrm>
            <a:off x="3569619" y="3791310"/>
            <a:ext cx="306000" cy="306000"/>
          </a:xfrm>
          <a:prstGeom prst="rect">
            <a:avLst/>
          </a:prstGeom>
          <a:solidFill>
            <a:srgbClr val="8D7A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6DAD792-FF1D-3796-F92A-5840E6FDDA6A}"/>
              </a:ext>
            </a:extLst>
          </p:cNvPr>
          <p:cNvSpPr/>
          <p:nvPr/>
        </p:nvSpPr>
        <p:spPr>
          <a:xfrm>
            <a:off x="4047139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58903C-95B8-EE2F-C2C0-66329E0F0956}"/>
              </a:ext>
            </a:extLst>
          </p:cNvPr>
          <p:cNvSpPr/>
          <p:nvPr/>
        </p:nvSpPr>
        <p:spPr>
          <a:xfrm>
            <a:off x="4492381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B74870-A65C-35C2-602F-66A69FBFDDC5}"/>
              </a:ext>
            </a:extLst>
          </p:cNvPr>
          <p:cNvSpPr/>
          <p:nvPr/>
        </p:nvSpPr>
        <p:spPr>
          <a:xfrm>
            <a:off x="4982758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7209E36-85DB-0778-C167-0919FC2AD3B1}"/>
              </a:ext>
            </a:extLst>
          </p:cNvPr>
          <p:cNvSpPr/>
          <p:nvPr/>
        </p:nvSpPr>
        <p:spPr>
          <a:xfrm>
            <a:off x="5473135" y="3791310"/>
            <a:ext cx="306000" cy="30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10CE25D-393F-85B8-B38B-2CB82AE10613}"/>
              </a:ext>
            </a:extLst>
          </p:cNvPr>
          <p:cNvSpPr/>
          <p:nvPr/>
        </p:nvSpPr>
        <p:spPr>
          <a:xfrm>
            <a:off x="3569619" y="4357486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FA71817-E229-6260-846D-476884850A35}"/>
              </a:ext>
            </a:extLst>
          </p:cNvPr>
          <p:cNvSpPr/>
          <p:nvPr/>
        </p:nvSpPr>
        <p:spPr>
          <a:xfrm>
            <a:off x="4047139" y="4357486"/>
            <a:ext cx="306000" cy="30600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B18768-3FCD-349F-3B48-8088A240DEB5}"/>
              </a:ext>
            </a:extLst>
          </p:cNvPr>
          <p:cNvSpPr/>
          <p:nvPr/>
        </p:nvSpPr>
        <p:spPr>
          <a:xfrm>
            <a:off x="4492381" y="4357486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704EAC-6327-55F3-DA56-4834C6755953}"/>
              </a:ext>
            </a:extLst>
          </p:cNvPr>
          <p:cNvSpPr/>
          <p:nvPr/>
        </p:nvSpPr>
        <p:spPr>
          <a:xfrm>
            <a:off x="4982758" y="4357486"/>
            <a:ext cx="306000" cy="30600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F296B54-F0F2-71B6-26DA-87C77981662C}"/>
              </a:ext>
            </a:extLst>
          </p:cNvPr>
          <p:cNvSpPr/>
          <p:nvPr/>
        </p:nvSpPr>
        <p:spPr>
          <a:xfrm>
            <a:off x="5473135" y="4357486"/>
            <a:ext cx="306000" cy="306000"/>
          </a:xfrm>
          <a:prstGeom prst="rect">
            <a:avLst/>
          </a:prstGeom>
          <a:solidFill>
            <a:srgbClr val="FF9B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C68144-603A-B31B-0471-DCB2194B60BF}"/>
              </a:ext>
            </a:extLst>
          </p:cNvPr>
          <p:cNvSpPr txBox="1"/>
          <p:nvPr/>
        </p:nvSpPr>
        <p:spPr>
          <a:xfrm>
            <a:off x="3023340" y="3233932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P1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124F306-F31E-11D7-1A65-3A4D5AB6F685}"/>
              </a:ext>
            </a:extLst>
          </p:cNvPr>
          <p:cNvSpPr txBox="1"/>
          <p:nvPr/>
        </p:nvSpPr>
        <p:spPr>
          <a:xfrm>
            <a:off x="3023340" y="3775033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P2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ACA2078-4439-14E8-70D4-531AF4641CD5}"/>
              </a:ext>
            </a:extLst>
          </p:cNvPr>
          <p:cNvSpPr txBox="1"/>
          <p:nvPr/>
        </p:nvSpPr>
        <p:spPr>
          <a:xfrm>
            <a:off x="3023340" y="4341209"/>
            <a:ext cx="394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P3</a:t>
            </a:r>
          </a:p>
        </p:txBody>
      </p: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F734FCFD-696D-B84A-2B31-547BA8AB2E4D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827833" y="2106039"/>
            <a:ext cx="3102158" cy="1275493"/>
          </a:xfrm>
          <a:prstGeom prst="straightConnector1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97DA2BA4-2B61-EDCA-3326-DF277FFB2B1E}"/>
              </a:ext>
            </a:extLst>
          </p:cNvPr>
          <p:cNvCxnSpPr>
            <a:cxnSpLocks/>
            <a:stCxn id="14" idx="3"/>
            <a:endCxn id="41" idx="1"/>
          </p:cNvCxnSpPr>
          <p:nvPr/>
        </p:nvCxnSpPr>
        <p:spPr>
          <a:xfrm flipV="1">
            <a:off x="5779135" y="2726552"/>
            <a:ext cx="3150856" cy="1217758"/>
          </a:xfrm>
          <a:prstGeom prst="straightConnector1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Conector de Seta Reta 4096">
            <a:extLst>
              <a:ext uri="{FF2B5EF4-FFF2-40B4-BE49-F238E27FC236}">
                <a16:creationId xmlns:a16="http://schemas.microsoft.com/office/drawing/2014/main" id="{F1D9ADF6-C19E-62BE-7FAD-F62CADEDFB71}"/>
              </a:ext>
            </a:extLst>
          </p:cNvPr>
          <p:cNvCxnSpPr>
            <a:cxnSpLocks/>
            <a:stCxn id="19" idx="3"/>
            <a:endCxn id="42" idx="1"/>
          </p:cNvCxnSpPr>
          <p:nvPr/>
        </p:nvCxnSpPr>
        <p:spPr>
          <a:xfrm flipV="1">
            <a:off x="5779135" y="3347065"/>
            <a:ext cx="3150856" cy="1163421"/>
          </a:xfrm>
          <a:prstGeom prst="straightConnector1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C3BFB82A-A09F-C928-31A5-7468AA5A3B9B}"/>
              </a:ext>
            </a:extLst>
          </p:cNvPr>
          <p:cNvSpPr/>
          <p:nvPr/>
        </p:nvSpPr>
        <p:spPr>
          <a:xfrm>
            <a:off x="8929991" y="1896894"/>
            <a:ext cx="2024125" cy="418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01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2A0D8ED-D256-21BF-6664-6D856B05B3B1}"/>
              </a:ext>
            </a:extLst>
          </p:cNvPr>
          <p:cNvSpPr/>
          <p:nvPr/>
        </p:nvSpPr>
        <p:spPr>
          <a:xfrm>
            <a:off x="8929991" y="2517407"/>
            <a:ext cx="2024125" cy="418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02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34FD88A-3B3A-C64D-C036-AF816AFAF84D}"/>
              </a:ext>
            </a:extLst>
          </p:cNvPr>
          <p:cNvSpPr/>
          <p:nvPr/>
        </p:nvSpPr>
        <p:spPr>
          <a:xfrm>
            <a:off x="8929991" y="3137920"/>
            <a:ext cx="2024125" cy="418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03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A399444-0492-BABD-63E5-3A1FC0446E67}"/>
              </a:ext>
            </a:extLst>
          </p:cNvPr>
          <p:cNvSpPr txBox="1"/>
          <p:nvPr/>
        </p:nvSpPr>
        <p:spPr>
          <a:xfrm>
            <a:off x="3875619" y="2769587"/>
            <a:ext cx="225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Tópico Vendas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D25C623-EECC-18EF-4590-5312DC53C9E5}"/>
              </a:ext>
            </a:extLst>
          </p:cNvPr>
          <p:cNvSpPr/>
          <p:nvPr/>
        </p:nvSpPr>
        <p:spPr>
          <a:xfrm>
            <a:off x="8914337" y="4387717"/>
            <a:ext cx="2024125" cy="41828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6C7C221-80B7-79AA-F701-C20C0F11F693}"/>
              </a:ext>
            </a:extLst>
          </p:cNvPr>
          <p:cNvSpPr/>
          <p:nvPr/>
        </p:nvSpPr>
        <p:spPr>
          <a:xfrm>
            <a:off x="8914337" y="4938393"/>
            <a:ext cx="2024125" cy="41828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05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B42F172-A70E-54F6-132B-C3E04F75447C}"/>
              </a:ext>
            </a:extLst>
          </p:cNvPr>
          <p:cNvSpPr/>
          <p:nvPr/>
        </p:nvSpPr>
        <p:spPr>
          <a:xfrm>
            <a:off x="8914337" y="5489068"/>
            <a:ext cx="2024125" cy="41828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Consumidor 06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9F2E4BFB-3445-EE55-FC43-BDD2D9F6EA10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779135" y="4510486"/>
            <a:ext cx="3135202" cy="1187727"/>
          </a:xfrm>
          <a:prstGeom prst="straightConnector1">
            <a:avLst/>
          </a:prstGeom>
          <a:ln w="1905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F129C1E5-9319-8EF1-2A41-2EF5F64DD655}"/>
              </a:ext>
            </a:extLst>
          </p:cNvPr>
          <p:cNvCxnSpPr>
            <a:cxnSpLocks/>
            <a:stCxn id="14" idx="3"/>
            <a:endCxn id="3" idx="1"/>
          </p:cNvCxnSpPr>
          <p:nvPr/>
        </p:nvCxnSpPr>
        <p:spPr>
          <a:xfrm>
            <a:off x="5779135" y="3944310"/>
            <a:ext cx="3135202" cy="1203228"/>
          </a:xfrm>
          <a:prstGeom prst="straightConnector1">
            <a:avLst/>
          </a:prstGeom>
          <a:ln w="1905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B1BA25E-6530-5D88-78DF-DCD63EDFE919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>
          <a:xfrm>
            <a:off x="5779135" y="3403209"/>
            <a:ext cx="3135202" cy="1193653"/>
          </a:xfrm>
          <a:prstGeom prst="straightConnector1">
            <a:avLst/>
          </a:prstGeom>
          <a:ln w="19050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514375B-74D4-10DC-05C7-F16C4E2854DB}"/>
              </a:ext>
            </a:extLst>
          </p:cNvPr>
          <p:cNvSpPr txBox="1"/>
          <p:nvPr/>
        </p:nvSpPr>
        <p:spPr>
          <a:xfrm>
            <a:off x="8813260" y="1460619"/>
            <a:ext cx="158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Grupo “A”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EAD8703-6FB1-3217-FB23-9EBD0F3030E1}"/>
              </a:ext>
            </a:extLst>
          </p:cNvPr>
          <p:cNvSpPr txBox="1"/>
          <p:nvPr/>
        </p:nvSpPr>
        <p:spPr>
          <a:xfrm>
            <a:off x="8813260" y="3840273"/>
            <a:ext cx="1585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Grupo “B”</a:t>
            </a:r>
          </a:p>
        </p:txBody>
      </p:sp>
    </p:spTree>
    <p:extLst>
      <p:ext uri="{BB962C8B-B14F-4D97-AF65-F5344CB8AC3E}">
        <p14:creationId xmlns:p14="http://schemas.microsoft.com/office/powerpoint/2010/main" val="4279017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Using Apache Flink with Java - Analytics Vidhya">
            <a:extLst>
              <a:ext uri="{FF2B5EF4-FFF2-40B4-BE49-F238E27FC236}">
                <a16:creationId xmlns:a16="http://schemas.microsoft.com/office/drawing/2014/main" id="{2DD0AAFC-06FC-F806-3672-DBFF7192F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952500"/>
            <a:ext cx="1000125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37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terial | Apache Flink">
            <a:extLst>
              <a:ext uri="{FF2B5EF4-FFF2-40B4-BE49-F238E27FC236}">
                <a16:creationId xmlns:a16="http://schemas.microsoft.com/office/drawing/2014/main" id="{CC4B3513-0FB6-FB77-E539-D50ECCCD0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193" y="2323289"/>
            <a:ext cx="2073613" cy="20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41061B6-A86A-1BB5-44FB-F95AB678F936}"/>
              </a:ext>
            </a:extLst>
          </p:cNvPr>
          <p:cNvCxnSpPr>
            <a:cxnSpLocks/>
          </p:cNvCxnSpPr>
          <p:nvPr/>
        </p:nvCxnSpPr>
        <p:spPr>
          <a:xfrm>
            <a:off x="2276272" y="2042809"/>
            <a:ext cx="2616741" cy="544748"/>
          </a:xfrm>
          <a:prstGeom prst="straightConnector1">
            <a:avLst/>
          </a:prstGeom>
          <a:ln w="5715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F0B0A6C-E1A8-E034-CC06-2C6315A61FD9}"/>
              </a:ext>
            </a:extLst>
          </p:cNvPr>
          <p:cNvCxnSpPr>
            <a:cxnSpLocks/>
          </p:cNvCxnSpPr>
          <p:nvPr/>
        </p:nvCxnSpPr>
        <p:spPr>
          <a:xfrm>
            <a:off x="1978769" y="2908570"/>
            <a:ext cx="2860742" cy="291830"/>
          </a:xfrm>
          <a:prstGeom prst="straightConnector1">
            <a:avLst/>
          </a:prstGeom>
          <a:ln w="57150">
            <a:solidFill>
              <a:srgbClr val="00B0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541CCD3-C7DA-5346-D506-785294036A20}"/>
              </a:ext>
            </a:extLst>
          </p:cNvPr>
          <p:cNvCxnSpPr>
            <a:cxnSpLocks/>
          </p:cNvCxnSpPr>
          <p:nvPr/>
        </p:nvCxnSpPr>
        <p:spPr>
          <a:xfrm>
            <a:off x="1978769" y="3842427"/>
            <a:ext cx="2914244" cy="0"/>
          </a:xfrm>
          <a:prstGeom prst="straightConnector1">
            <a:avLst/>
          </a:prstGeom>
          <a:ln w="57150">
            <a:solidFill>
              <a:srgbClr val="6BE3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24CFF51D-0649-0FA9-0D08-DC13AB467A4B}"/>
              </a:ext>
            </a:extLst>
          </p:cNvPr>
          <p:cNvCxnSpPr>
            <a:cxnSpLocks/>
          </p:cNvCxnSpPr>
          <p:nvPr/>
        </p:nvCxnSpPr>
        <p:spPr>
          <a:xfrm flipV="1">
            <a:off x="1896894" y="4495209"/>
            <a:ext cx="3537177" cy="971421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B25DDA6-835D-61D7-9EC9-41FFAF60DB42}"/>
              </a:ext>
            </a:extLst>
          </p:cNvPr>
          <p:cNvSpPr txBox="1"/>
          <p:nvPr/>
        </p:nvSpPr>
        <p:spPr>
          <a:xfrm rot="695585">
            <a:off x="1438884" y="1755480"/>
            <a:ext cx="1157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6699"/>
                </a:solidFill>
              </a:rPr>
              <a:t>Vendas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E8E53F-5C15-5949-2108-F4076C867BA3}"/>
              </a:ext>
            </a:extLst>
          </p:cNvPr>
          <p:cNvSpPr txBox="1"/>
          <p:nvPr/>
        </p:nvSpPr>
        <p:spPr>
          <a:xfrm rot="413338">
            <a:off x="712447" y="2602388"/>
            <a:ext cx="140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B0C9"/>
                </a:solidFill>
              </a:rPr>
              <a:t>Uso do App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E55B54-46BE-35BE-1A54-4E7BA808DF9A}"/>
              </a:ext>
            </a:extLst>
          </p:cNvPr>
          <p:cNvSpPr txBox="1"/>
          <p:nvPr/>
        </p:nvSpPr>
        <p:spPr>
          <a:xfrm>
            <a:off x="194553" y="3628576"/>
            <a:ext cx="189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6BE374"/>
                </a:solidFill>
              </a:rPr>
              <a:t>Compra de ações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61AE028-49EB-969C-549A-D0A9813F2C34}"/>
              </a:ext>
            </a:extLst>
          </p:cNvPr>
          <p:cNvSpPr txBox="1"/>
          <p:nvPr/>
        </p:nvSpPr>
        <p:spPr>
          <a:xfrm rot="20702413">
            <a:off x="1383205" y="5318454"/>
            <a:ext cx="557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BFBFBF"/>
                </a:solidFill>
              </a:rPr>
              <a:t>PIX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CB0AB3A1-B1FE-589D-7148-3A73C68F345C}"/>
              </a:ext>
            </a:extLst>
          </p:cNvPr>
          <p:cNvCxnSpPr>
            <a:cxnSpLocks/>
          </p:cNvCxnSpPr>
          <p:nvPr/>
        </p:nvCxnSpPr>
        <p:spPr>
          <a:xfrm>
            <a:off x="7238998" y="2427130"/>
            <a:ext cx="27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13583FCC-7C33-373D-0B2C-18408FA8D6DB}"/>
              </a:ext>
            </a:extLst>
          </p:cNvPr>
          <p:cNvCxnSpPr>
            <a:cxnSpLocks/>
          </p:cNvCxnSpPr>
          <p:nvPr/>
        </p:nvCxnSpPr>
        <p:spPr>
          <a:xfrm>
            <a:off x="7238999" y="3667327"/>
            <a:ext cx="27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MySQL (@MySQL) / X">
            <a:extLst>
              <a:ext uri="{FF2B5EF4-FFF2-40B4-BE49-F238E27FC236}">
                <a16:creationId xmlns:a16="http://schemas.microsoft.com/office/drawing/2014/main" id="{E768A748-A977-0544-9773-34CE9C9F9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728" y="1848454"/>
            <a:ext cx="1198775" cy="119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stgres Icon? · Issue #197 · PKief/vscode-material-icon ...">
            <a:extLst>
              <a:ext uri="{FF2B5EF4-FFF2-40B4-BE49-F238E27FC236}">
                <a16:creationId xmlns:a16="http://schemas.microsoft.com/office/drawing/2014/main" id="{496F3EF9-3397-885D-D3EF-CE4607BC7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6732" y="3423974"/>
            <a:ext cx="556663" cy="57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Free Mongodb Logo Icon - Download in Flat Style">
            <a:extLst>
              <a:ext uri="{FF2B5EF4-FFF2-40B4-BE49-F238E27FC236}">
                <a16:creationId xmlns:a16="http://schemas.microsoft.com/office/drawing/2014/main" id="{F7A629A5-E87A-AD02-E24B-9D7C541B0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1110" y="3599395"/>
            <a:ext cx="1384570" cy="1384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5ABDD248-158B-F086-A19E-F7CA4E085C4C}"/>
              </a:ext>
            </a:extLst>
          </p:cNvPr>
          <p:cNvCxnSpPr>
            <a:cxnSpLocks/>
          </p:cNvCxnSpPr>
          <p:nvPr/>
        </p:nvCxnSpPr>
        <p:spPr>
          <a:xfrm>
            <a:off x="7238999" y="4291680"/>
            <a:ext cx="27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 descr="AWS Simple Icons Explained: The Storage Set | Gliffy by Perforce">
            <a:extLst>
              <a:ext uri="{FF2B5EF4-FFF2-40B4-BE49-F238E27FC236}">
                <a16:creationId xmlns:a16="http://schemas.microsoft.com/office/drawing/2014/main" id="{FBEF0ED2-E4D1-17EA-CF8A-525B809E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6732" y="2749378"/>
            <a:ext cx="551427" cy="57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170A850-B01B-302D-273E-F12B6D55B25B}"/>
              </a:ext>
            </a:extLst>
          </p:cNvPr>
          <p:cNvCxnSpPr>
            <a:cxnSpLocks/>
          </p:cNvCxnSpPr>
          <p:nvPr/>
        </p:nvCxnSpPr>
        <p:spPr>
          <a:xfrm>
            <a:off x="7238998" y="3054485"/>
            <a:ext cx="270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71C9DE71-1524-D68C-0667-94CA18FDC1A1}"/>
              </a:ext>
            </a:extLst>
          </p:cNvPr>
          <p:cNvCxnSpPr>
            <a:cxnSpLocks/>
          </p:cNvCxnSpPr>
          <p:nvPr/>
        </p:nvCxnSpPr>
        <p:spPr>
          <a:xfrm flipV="1">
            <a:off x="1749306" y="4211759"/>
            <a:ext cx="3203694" cy="566900"/>
          </a:xfrm>
          <a:prstGeom prst="straightConnector1">
            <a:avLst/>
          </a:prstGeom>
          <a:ln w="57150">
            <a:solidFill>
              <a:srgbClr val="FF5A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95425B8-11EE-531E-706B-EC4D2A06083F}"/>
              </a:ext>
            </a:extLst>
          </p:cNvPr>
          <p:cNvSpPr txBox="1"/>
          <p:nvPr/>
        </p:nvSpPr>
        <p:spPr>
          <a:xfrm rot="20848128">
            <a:off x="401519" y="4727384"/>
            <a:ext cx="147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5A00"/>
                </a:solidFill>
              </a:rPr>
              <a:t>Sensores IoT</a:t>
            </a:r>
          </a:p>
        </p:txBody>
      </p:sp>
    </p:spTree>
    <p:extLst>
      <p:ext uri="{BB962C8B-B14F-4D97-AF65-F5344CB8AC3E}">
        <p14:creationId xmlns:p14="http://schemas.microsoft.com/office/powerpoint/2010/main" val="1924007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calability Generic Blue icon">
            <a:extLst>
              <a:ext uri="{FF2B5EF4-FFF2-40B4-BE49-F238E27FC236}">
                <a16:creationId xmlns:a16="http://schemas.microsoft.com/office/drawing/2014/main" id="{DEBA744A-8710-29A5-EA76-4EE59FDFE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413" y="1475238"/>
            <a:ext cx="1045724" cy="104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lexibility icon, flexible icon, process icon, agile icon, choice icon">
            <a:extLst>
              <a:ext uri="{FF2B5EF4-FFF2-40B4-BE49-F238E27FC236}">
                <a16:creationId xmlns:a16="http://schemas.microsoft.com/office/drawing/2014/main" id="{58E991FD-EC88-B477-2F33-4B2AE9CD4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125" y="1425815"/>
            <a:ext cx="1144571" cy="114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dea - Free technology icons">
            <a:extLst>
              <a:ext uri="{FF2B5EF4-FFF2-40B4-BE49-F238E27FC236}">
                <a16:creationId xmlns:a16="http://schemas.microsoft.com/office/drawing/2014/main" id="{BCEC15EE-EFFC-B368-B84B-276957923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684" y="1647094"/>
            <a:ext cx="702013" cy="70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5E9567B-EDE7-2F0C-0EAF-0E0E91ECB9F6}"/>
              </a:ext>
            </a:extLst>
          </p:cNvPr>
          <p:cNvSpPr txBox="1"/>
          <p:nvPr/>
        </p:nvSpPr>
        <p:spPr>
          <a:xfrm>
            <a:off x="1616413" y="2598854"/>
            <a:ext cx="2178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Escalabilidade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90EEECF-C65B-A43D-7440-C47132222F28}"/>
              </a:ext>
            </a:extLst>
          </p:cNvPr>
          <p:cNvSpPr txBox="1"/>
          <p:nvPr/>
        </p:nvSpPr>
        <p:spPr>
          <a:xfrm>
            <a:off x="1616413" y="3238330"/>
            <a:ext cx="2178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apache </a:t>
            </a:r>
            <a:r>
              <a:rPr lang="pt-BR" dirty="0" err="1"/>
              <a:t>Flink</a:t>
            </a:r>
            <a:r>
              <a:rPr lang="pt-BR" dirty="0"/>
              <a:t> tem a capacidade de processar centenas de milhões ou até bilhões de eventos por segundo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374824-E253-5E52-64BA-E4DF9C956B29}"/>
              </a:ext>
            </a:extLst>
          </p:cNvPr>
          <p:cNvSpPr txBox="1"/>
          <p:nvPr/>
        </p:nvSpPr>
        <p:spPr>
          <a:xfrm>
            <a:off x="5342125" y="2600423"/>
            <a:ext cx="169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Flexibilidade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678590B-7088-76E7-695F-9E3C4552882D}"/>
              </a:ext>
            </a:extLst>
          </p:cNvPr>
          <p:cNvSpPr txBox="1"/>
          <p:nvPr/>
        </p:nvSpPr>
        <p:spPr>
          <a:xfrm>
            <a:off x="5342125" y="3238330"/>
            <a:ext cx="28178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Apache </a:t>
            </a:r>
            <a:r>
              <a:rPr lang="pt-BR" dirty="0" err="1"/>
              <a:t>Flink</a:t>
            </a:r>
            <a:r>
              <a:rPr lang="pt-BR" dirty="0"/>
              <a:t> nos permite trabalhar com Java, SQL ou Python, permitindo que o desenvolvedor  ou desenvolvedora escolha como deseja criar seu processo de tratamento dos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B0564B-473E-4115-6ADD-5038ECC44ACB}"/>
              </a:ext>
            </a:extLst>
          </p:cNvPr>
          <p:cNvSpPr txBox="1"/>
          <p:nvPr/>
        </p:nvSpPr>
        <p:spPr>
          <a:xfrm>
            <a:off x="9166684" y="2414188"/>
            <a:ext cx="217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Unifica o trabalho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7296820-1629-D4B8-E1D2-E2C9037B989A}"/>
              </a:ext>
            </a:extLst>
          </p:cNvPr>
          <p:cNvSpPr txBox="1"/>
          <p:nvPr/>
        </p:nvSpPr>
        <p:spPr>
          <a:xfrm>
            <a:off x="9166684" y="3273545"/>
            <a:ext cx="2817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Dentro da mesma ferramenta podemos trabalhar com </a:t>
            </a:r>
            <a:r>
              <a:rPr lang="pt-BR" dirty="0" err="1"/>
              <a:t>Stream</a:t>
            </a:r>
            <a:r>
              <a:rPr lang="pt-BR" dirty="0"/>
              <a:t>, Batch e analytics</a:t>
            </a:r>
          </a:p>
        </p:txBody>
      </p:sp>
    </p:spTree>
    <p:extLst>
      <p:ext uri="{BB962C8B-B14F-4D97-AF65-F5344CB8AC3E}">
        <p14:creationId xmlns:p14="http://schemas.microsoft.com/office/powerpoint/2010/main" val="1399138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5CA1DFE5-6A52-C98C-41FE-FC78B7E9C34E}"/>
              </a:ext>
            </a:extLst>
          </p:cNvPr>
          <p:cNvSpPr/>
          <p:nvPr/>
        </p:nvSpPr>
        <p:spPr>
          <a:xfrm>
            <a:off x="2811293" y="2821021"/>
            <a:ext cx="1215958" cy="121595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Operador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99701CD-A5C7-A5A5-995B-63996C076F39}"/>
              </a:ext>
            </a:extLst>
          </p:cNvPr>
          <p:cNvCxnSpPr>
            <a:stCxn id="4" idx="6"/>
          </p:cNvCxnSpPr>
          <p:nvPr/>
        </p:nvCxnSpPr>
        <p:spPr>
          <a:xfrm flipV="1">
            <a:off x="4027251" y="3414409"/>
            <a:ext cx="1352144" cy="14591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4035201E-CA61-B684-4C4C-68DEE1C598C1}"/>
              </a:ext>
            </a:extLst>
          </p:cNvPr>
          <p:cNvSpPr/>
          <p:nvPr/>
        </p:nvSpPr>
        <p:spPr>
          <a:xfrm>
            <a:off x="5512340" y="2777246"/>
            <a:ext cx="1215958" cy="121595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Operador</a:t>
            </a:r>
            <a:endParaRPr lang="pt-BR" b="1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3F4E8371-85CE-0E07-D74C-538F66002463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6728298" y="3385225"/>
            <a:ext cx="1248383" cy="0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4E42B167-AC1A-2178-E98A-BD1A84EF9C35}"/>
              </a:ext>
            </a:extLst>
          </p:cNvPr>
          <p:cNvSpPr/>
          <p:nvPr/>
        </p:nvSpPr>
        <p:spPr>
          <a:xfrm>
            <a:off x="8109626" y="2777246"/>
            <a:ext cx="1215958" cy="121595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Operador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D99C895-615E-CF8B-8E60-5EA45BE6215F}"/>
              </a:ext>
            </a:extLst>
          </p:cNvPr>
          <p:cNvSpPr txBox="1"/>
          <p:nvPr/>
        </p:nvSpPr>
        <p:spPr>
          <a:xfrm>
            <a:off x="826851" y="359923"/>
            <a:ext cx="8203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Job</a:t>
            </a:r>
            <a:r>
              <a:rPr lang="pt-BR" dirty="0"/>
              <a:t> </a:t>
            </a:r>
            <a:r>
              <a:rPr lang="pt-BR" dirty="0" err="1"/>
              <a:t>Graph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0FBCA00-F096-747D-9C13-3D280427ED43}"/>
              </a:ext>
            </a:extLst>
          </p:cNvPr>
          <p:cNvSpPr txBox="1"/>
          <p:nvPr/>
        </p:nvSpPr>
        <p:spPr>
          <a:xfrm>
            <a:off x="4280170" y="3040212"/>
            <a:ext cx="836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Conexão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23494B0-42C7-BF86-0602-A0597DC23456}"/>
              </a:ext>
            </a:extLst>
          </p:cNvPr>
          <p:cNvSpPr txBox="1"/>
          <p:nvPr/>
        </p:nvSpPr>
        <p:spPr>
          <a:xfrm>
            <a:off x="6861243" y="2978737"/>
            <a:ext cx="836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Conexão</a:t>
            </a:r>
          </a:p>
        </p:txBody>
      </p:sp>
    </p:spTree>
    <p:extLst>
      <p:ext uri="{BB962C8B-B14F-4D97-AF65-F5344CB8AC3E}">
        <p14:creationId xmlns:p14="http://schemas.microsoft.com/office/powerpoint/2010/main" val="3457628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E132-1825-8F26-2EA5-A7352CCF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4437165-A73C-824B-08C9-BD0F755FB7F5}"/>
              </a:ext>
            </a:extLst>
          </p:cNvPr>
          <p:cNvSpPr/>
          <p:nvPr/>
        </p:nvSpPr>
        <p:spPr>
          <a:xfrm>
            <a:off x="3446447" y="1941904"/>
            <a:ext cx="820751" cy="82075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BF54C086-3D35-E70E-F4F4-45141F122BA9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4267198" y="2352280"/>
            <a:ext cx="1180291" cy="0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10DA7169-28D2-F21A-1E8B-BBC8E395D2FE}"/>
              </a:ext>
            </a:extLst>
          </p:cNvPr>
          <p:cNvSpPr/>
          <p:nvPr/>
        </p:nvSpPr>
        <p:spPr>
          <a:xfrm>
            <a:off x="5619343" y="1954265"/>
            <a:ext cx="820751" cy="82075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3DD237A-8E8F-BBB1-3D17-D81AE62CD677}"/>
              </a:ext>
            </a:extLst>
          </p:cNvPr>
          <p:cNvSpPr/>
          <p:nvPr/>
        </p:nvSpPr>
        <p:spPr>
          <a:xfrm>
            <a:off x="7632584" y="1971907"/>
            <a:ext cx="820751" cy="82075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D6FB151-82FF-A057-97B0-0D560CD1657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6440094" y="2364641"/>
            <a:ext cx="1128025" cy="0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DF096ED1-A3B4-0C99-527D-AF495B14B8FA}"/>
              </a:ext>
            </a:extLst>
          </p:cNvPr>
          <p:cNvCxnSpPr>
            <a:cxnSpLocks/>
            <a:stCxn id="9" idx="6"/>
            <a:endCxn id="26" idx="1"/>
          </p:cNvCxnSpPr>
          <p:nvPr/>
        </p:nvCxnSpPr>
        <p:spPr>
          <a:xfrm>
            <a:off x="8453335" y="2382283"/>
            <a:ext cx="1967190" cy="794342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3932CEF0-B958-3B7E-C48E-C4B7329B0BF3}"/>
              </a:ext>
            </a:extLst>
          </p:cNvPr>
          <p:cNvSpPr/>
          <p:nvPr/>
        </p:nvSpPr>
        <p:spPr>
          <a:xfrm>
            <a:off x="10242452" y="2998552"/>
            <a:ext cx="1215958" cy="121595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tb_res_log_sensor</a:t>
            </a:r>
            <a:endParaRPr lang="pt-BR" sz="1200" b="1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6980ABE-0647-DAE4-50A1-FB726E20D09D}"/>
              </a:ext>
            </a:extLst>
          </p:cNvPr>
          <p:cNvSpPr/>
          <p:nvPr/>
        </p:nvSpPr>
        <p:spPr>
          <a:xfrm>
            <a:off x="3549169" y="4076034"/>
            <a:ext cx="820751" cy="82075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FE0699B2-F00B-271F-9472-7B779BFD07EB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4369920" y="4486410"/>
            <a:ext cx="1180291" cy="0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DEA20B05-B558-EF43-896E-23E0A2BD8773}"/>
              </a:ext>
            </a:extLst>
          </p:cNvPr>
          <p:cNvSpPr/>
          <p:nvPr/>
        </p:nvSpPr>
        <p:spPr>
          <a:xfrm>
            <a:off x="5722065" y="4088395"/>
            <a:ext cx="820751" cy="82075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D85DA31A-40E2-A945-FEE1-3B4415B140CC}"/>
              </a:ext>
            </a:extLst>
          </p:cNvPr>
          <p:cNvSpPr/>
          <p:nvPr/>
        </p:nvSpPr>
        <p:spPr>
          <a:xfrm>
            <a:off x="7735306" y="4106037"/>
            <a:ext cx="820751" cy="82075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/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80A71BF0-1231-63D2-EA44-856B6B29EF9A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6542816" y="4498771"/>
            <a:ext cx="1128025" cy="0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99DF4929-1D06-0819-80FE-0021AD2F3C56}"/>
              </a:ext>
            </a:extLst>
          </p:cNvPr>
          <p:cNvCxnSpPr>
            <a:cxnSpLocks/>
            <a:stCxn id="34" idx="6"/>
            <a:endCxn id="26" idx="3"/>
          </p:cNvCxnSpPr>
          <p:nvPr/>
        </p:nvCxnSpPr>
        <p:spPr>
          <a:xfrm flipV="1">
            <a:off x="8556057" y="4036437"/>
            <a:ext cx="1864468" cy="479976"/>
          </a:xfrm>
          <a:prstGeom prst="straightConnector1">
            <a:avLst/>
          </a:prstGeom>
          <a:ln w="76200">
            <a:solidFill>
              <a:srgbClr val="FF6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A77339F-6040-5498-F720-75D9A0969597}"/>
              </a:ext>
            </a:extLst>
          </p:cNvPr>
          <p:cNvSpPr txBox="1"/>
          <p:nvPr/>
        </p:nvSpPr>
        <p:spPr>
          <a:xfrm>
            <a:off x="401689" y="2829515"/>
            <a:ext cx="27395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INSERT INTO TB_RES_LOG_SENSOR</a:t>
            </a:r>
          </a:p>
          <a:p>
            <a:r>
              <a:rPr lang="pt-BR" sz="1400" dirty="0"/>
              <a:t>SELECT </a:t>
            </a:r>
          </a:p>
          <a:p>
            <a:r>
              <a:rPr lang="pt-BR" sz="1400" dirty="0"/>
              <a:t>  ID_SENSOR,</a:t>
            </a:r>
          </a:p>
          <a:p>
            <a:r>
              <a:rPr lang="pt-BR" sz="1400" dirty="0"/>
              <a:t>  AVG(TEMPERATURA) </a:t>
            </a:r>
          </a:p>
          <a:p>
            <a:r>
              <a:rPr lang="pt-BR" sz="1400" dirty="0"/>
              <a:t>FROM TB_LOG_SENSOR</a:t>
            </a:r>
          </a:p>
          <a:p>
            <a:r>
              <a:rPr lang="pt-BR" sz="1400" dirty="0"/>
              <a:t>WHERE ID_SENSOR = 10</a:t>
            </a:r>
          </a:p>
          <a:p>
            <a:r>
              <a:rPr lang="pt-BR" sz="1400" dirty="0"/>
              <a:t>GROUP BY </a:t>
            </a:r>
          </a:p>
          <a:p>
            <a:r>
              <a:rPr lang="pt-BR" sz="1400" dirty="0"/>
              <a:t> ID_SENSOR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988004B-9C48-F6D4-CC86-E615AFCBCE68}"/>
              </a:ext>
            </a:extLst>
          </p:cNvPr>
          <p:cNvSpPr txBox="1"/>
          <p:nvPr/>
        </p:nvSpPr>
        <p:spPr>
          <a:xfrm>
            <a:off x="3138223" y="1646488"/>
            <a:ext cx="1642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TB_LOG_SENSOR</a:t>
            </a:r>
          </a:p>
        </p:txBody>
      </p: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E8F01173-1504-7F3D-8A0A-D770BF381197}"/>
              </a:ext>
            </a:extLst>
          </p:cNvPr>
          <p:cNvCxnSpPr>
            <a:cxnSpLocks/>
            <a:stCxn id="33" idx="7"/>
          </p:cNvCxnSpPr>
          <p:nvPr/>
        </p:nvCxnSpPr>
        <p:spPr>
          <a:xfrm flipV="1">
            <a:off x="6422620" y="2849488"/>
            <a:ext cx="1207518" cy="1359103"/>
          </a:xfrm>
          <a:prstGeom prst="straightConnector1">
            <a:avLst/>
          </a:prstGeom>
          <a:ln w="28575">
            <a:solidFill>
              <a:srgbClr val="FF669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D66BE313-2201-10C9-A3F6-6EEAD2292780}"/>
              </a:ext>
            </a:extLst>
          </p:cNvPr>
          <p:cNvSpPr txBox="1"/>
          <p:nvPr/>
        </p:nvSpPr>
        <p:spPr>
          <a:xfrm>
            <a:off x="7792239" y="1664130"/>
            <a:ext cx="561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AVG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FFA691C-747B-5137-0219-8C5CBC4A92FA}"/>
              </a:ext>
            </a:extLst>
          </p:cNvPr>
          <p:cNvSpPr txBox="1"/>
          <p:nvPr/>
        </p:nvSpPr>
        <p:spPr>
          <a:xfrm>
            <a:off x="5071119" y="4960444"/>
            <a:ext cx="195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WHERE ID_SENSOR = 10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AC6AEDF9-FADE-8B4D-316C-7D6A27AC7DE8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6319898" y="2654820"/>
            <a:ext cx="1415408" cy="1451217"/>
          </a:xfrm>
          <a:prstGeom prst="straightConnector1">
            <a:avLst/>
          </a:prstGeom>
          <a:ln w="28575">
            <a:solidFill>
              <a:srgbClr val="FF6699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20C0824-B4CE-6B61-05F7-05B4B44B5A42}"/>
              </a:ext>
            </a:extLst>
          </p:cNvPr>
          <p:cNvSpPr txBox="1"/>
          <p:nvPr/>
        </p:nvSpPr>
        <p:spPr>
          <a:xfrm>
            <a:off x="4930379" y="3304040"/>
            <a:ext cx="1910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GROUP BY ID_SENSOR</a:t>
            </a:r>
          </a:p>
        </p:txBody>
      </p:sp>
    </p:spTree>
    <p:extLst>
      <p:ext uri="{BB962C8B-B14F-4D97-AF65-F5344CB8AC3E}">
        <p14:creationId xmlns:p14="http://schemas.microsoft.com/office/powerpoint/2010/main" val="832892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D7FDA-80AE-B87A-8128-3627EA2D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tipos de data </a:t>
            </a:r>
            <a:r>
              <a:rPr lang="pt-BR" dirty="0" err="1"/>
              <a:t>sources</a:t>
            </a:r>
            <a:r>
              <a:rPr lang="pt-BR" dirty="0"/>
              <a:t> no </a:t>
            </a:r>
            <a:r>
              <a:rPr lang="pt-BR" dirty="0" err="1"/>
              <a:t>Flink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712A31-A705-F6A2-57D2-16F9F14AB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4932" cy="4351338"/>
          </a:xfrm>
        </p:spPr>
        <p:txBody>
          <a:bodyPr/>
          <a:lstStyle/>
          <a:p>
            <a:r>
              <a:rPr lang="pt-BR" dirty="0"/>
              <a:t>Estáticas (</a:t>
            </a:r>
            <a:r>
              <a:rPr lang="pt-BR" dirty="0" err="1"/>
              <a:t>Bounded</a:t>
            </a:r>
            <a:r>
              <a:rPr lang="pt-BR" dirty="0"/>
              <a:t> Streaming)</a:t>
            </a:r>
          </a:p>
          <a:p>
            <a:r>
              <a:rPr lang="pt-BR" sz="1600" dirty="0"/>
              <a:t>A tabela é criada a partir de uma fonte estática de dados, com um corte de atualização ou corte de quantidade de registros. </a:t>
            </a:r>
          </a:p>
          <a:p>
            <a:r>
              <a:rPr lang="pt-BR" sz="1600" dirty="0"/>
              <a:t>Quando trabalhamos com esse tipo de tabela, o </a:t>
            </a:r>
            <a:r>
              <a:rPr lang="pt-BR" sz="1600" dirty="0" err="1"/>
              <a:t>flink</a:t>
            </a:r>
            <a:r>
              <a:rPr lang="pt-BR" sz="1600" dirty="0"/>
              <a:t> tem acesso à todo o conteúdo já no início das consultas, análises e </a:t>
            </a:r>
            <a:r>
              <a:rPr lang="pt-BR" sz="1600" dirty="0" err="1"/>
              <a:t>querys</a:t>
            </a:r>
            <a:r>
              <a:rPr lang="pt-BR" sz="1600" dirty="0"/>
              <a:t>.</a:t>
            </a:r>
          </a:p>
          <a:p>
            <a:r>
              <a:rPr lang="pt-BR" sz="1600" dirty="0"/>
              <a:t>As operações usando esse tipo de dado são finalizadas após o processamento da quantidade fixa de dados que se espera analisar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C9B6429-80EC-85C8-850C-E00394677508}"/>
              </a:ext>
            </a:extLst>
          </p:cNvPr>
          <p:cNvSpPr txBox="1">
            <a:spLocks/>
          </p:cNvSpPr>
          <p:nvPr/>
        </p:nvSpPr>
        <p:spPr>
          <a:xfrm>
            <a:off x="6224081" y="1825625"/>
            <a:ext cx="4764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Dinâmicas (</a:t>
            </a:r>
            <a:r>
              <a:rPr lang="pt-BR" dirty="0" err="1"/>
              <a:t>Unbounded</a:t>
            </a:r>
            <a:r>
              <a:rPr lang="pt-BR" dirty="0"/>
              <a:t> Streaming)</a:t>
            </a:r>
          </a:p>
          <a:p>
            <a:r>
              <a:rPr lang="pt-BR" sz="1600" dirty="0"/>
              <a:t>A tabela é criada e iniciada com dados constantemente mudando ou crescendo em volume</a:t>
            </a:r>
          </a:p>
          <a:p>
            <a:r>
              <a:rPr lang="pt-BR" sz="1600" dirty="0"/>
              <a:t>Os dados só são acessíveis do início definido para a consulta até o momento presente</a:t>
            </a:r>
          </a:p>
          <a:p>
            <a:r>
              <a:rPr lang="pt-BR" sz="1600" dirty="0"/>
              <a:t>As operações usando esse tipo de dado são finalizadas após o processamento da quantidade fixa de dados que se espera analisar</a:t>
            </a:r>
          </a:p>
          <a:p>
            <a:r>
              <a:rPr lang="pt-BR" sz="1600" dirty="0"/>
              <a:t>As operações usando esse tipo de tabela tem seus resultados continuamente alterados de acordo com os novos dados que estão chegando</a:t>
            </a:r>
          </a:p>
        </p:txBody>
      </p:sp>
    </p:spTree>
    <p:extLst>
      <p:ext uri="{BB962C8B-B14F-4D97-AF65-F5344CB8AC3E}">
        <p14:creationId xmlns:p14="http://schemas.microsoft.com/office/powerpoint/2010/main" val="2724795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85197-73BD-C1D4-ED7F-F25FBBCD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em tabelas usando </a:t>
            </a:r>
            <a:r>
              <a:rPr lang="pt-BR" dirty="0" err="1"/>
              <a:t>Table</a:t>
            </a:r>
            <a:r>
              <a:rPr lang="pt-BR" dirty="0"/>
              <a:t> API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6B593B-EB62-656E-95AF-43AE7EB19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 err="1"/>
              <a:t>Table</a:t>
            </a:r>
            <a:r>
              <a:rPr lang="pt-BR" dirty="0"/>
              <a:t> API</a:t>
            </a:r>
            <a:br>
              <a:rPr lang="pt-BR" dirty="0"/>
            </a:br>
            <a:endParaRPr lang="pt-BR" dirty="0"/>
          </a:p>
          <a:p>
            <a:r>
              <a:rPr lang="pt-BR" sz="1600" dirty="0"/>
              <a:t>Seleção</a:t>
            </a:r>
          </a:p>
          <a:p>
            <a:pPr lvl="1"/>
            <a:r>
              <a:rPr lang="pt-BR" sz="1200" dirty="0" err="1"/>
              <a:t>select</a:t>
            </a:r>
            <a:r>
              <a:rPr lang="pt-BR" sz="1200" dirty="0"/>
              <a:t>(...)</a:t>
            </a:r>
          </a:p>
          <a:p>
            <a:r>
              <a:rPr lang="pt-BR" sz="1600" dirty="0"/>
              <a:t>Filtro</a:t>
            </a:r>
          </a:p>
          <a:p>
            <a:pPr lvl="1"/>
            <a:r>
              <a:rPr lang="pt-BR" sz="1200" dirty="0" err="1"/>
              <a:t>where</a:t>
            </a:r>
            <a:r>
              <a:rPr lang="pt-BR" sz="1200" dirty="0"/>
              <a:t>(...), </a:t>
            </a:r>
            <a:r>
              <a:rPr lang="pt-BR" sz="1200" dirty="0" err="1"/>
              <a:t>filter</a:t>
            </a:r>
            <a:r>
              <a:rPr lang="pt-BR" sz="1200" dirty="0"/>
              <a:t>(...)</a:t>
            </a:r>
          </a:p>
          <a:p>
            <a:r>
              <a:rPr lang="pt-BR" sz="1600" dirty="0"/>
              <a:t>Agregações</a:t>
            </a:r>
          </a:p>
          <a:p>
            <a:pPr lvl="1"/>
            <a:r>
              <a:rPr lang="pt-BR" sz="1200" dirty="0" err="1"/>
              <a:t>group_by</a:t>
            </a:r>
            <a:r>
              <a:rPr lang="pt-BR" sz="1200" dirty="0"/>
              <a:t>(...)</a:t>
            </a:r>
          </a:p>
          <a:p>
            <a:r>
              <a:rPr lang="pt-BR" sz="1600" dirty="0"/>
              <a:t>Agregações e cálculos</a:t>
            </a:r>
          </a:p>
          <a:p>
            <a:pPr lvl="1"/>
            <a:r>
              <a:rPr lang="pt-BR" sz="1200" dirty="0" err="1"/>
              <a:t>select</a:t>
            </a:r>
            <a:r>
              <a:rPr lang="pt-BR" sz="1200" dirty="0"/>
              <a:t>(</a:t>
            </a:r>
            <a:r>
              <a:rPr lang="pt-BR" sz="1200" dirty="0" err="1"/>
              <a:t>nm_tabela.nm_coluna.sum.alias</a:t>
            </a:r>
            <a:r>
              <a:rPr lang="pt-BR" sz="1200" dirty="0"/>
              <a:t>(‘</a:t>
            </a:r>
            <a:r>
              <a:rPr lang="pt-BR" sz="1200" dirty="0" err="1"/>
              <a:t>soma_total</a:t>
            </a:r>
            <a:r>
              <a:rPr lang="pt-BR" sz="1200" dirty="0"/>
              <a:t>’))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A2F8543-90BD-CA94-E538-97149B7E5A6B}"/>
              </a:ext>
            </a:extLst>
          </p:cNvPr>
          <p:cNvSpPr txBox="1">
            <a:spLocks/>
          </p:cNvSpPr>
          <p:nvPr/>
        </p:nvSpPr>
        <p:spPr>
          <a:xfrm>
            <a:off x="6402421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SQL</a:t>
            </a:r>
            <a:br>
              <a:rPr lang="pt-BR" dirty="0"/>
            </a:br>
            <a:endParaRPr lang="pt-BR" dirty="0"/>
          </a:p>
          <a:p>
            <a:r>
              <a:rPr lang="pt-BR" sz="1600" dirty="0"/>
              <a:t>Seleção</a:t>
            </a:r>
          </a:p>
          <a:p>
            <a:pPr lvl="1"/>
            <a:r>
              <a:rPr lang="pt-BR" sz="1200" dirty="0"/>
              <a:t>SELECT ...</a:t>
            </a:r>
          </a:p>
          <a:p>
            <a:r>
              <a:rPr lang="pt-BR" sz="1600" dirty="0"/>
              <a:t>Filtro</a:t>
            </a:r>
          </a:p>
          <a:p>
            <a:pPr lvl="1"/>
            <a:r>
              <a:rPr lang="pt-BR" sz="1200" dirty="0"/>
              <a:t>WHERE ...</a:t>
            </a:r>
          </a:p>
          <a:p>
            <a:r>
              <a:rPr lang="pt-BR" sz="1600" dirty="0"/>
              <a:t>Agregações</a:t>
            </a:r>
          </a:p>
          <a:p>
            <a:pPr lvl="1"/>
            <a:r>
              <a:rPr lang="pt-BR" sz="1200" dirty="0"/>
              <a:t>GROUP BY</a:t>
            </a:r>
          </a:p>
          <a:p>
            <a:r>
              <a:rPr lang="pt-BR" sz="1600" dirty="0"/>
              <a:t>Agregações e cálculos</a:t>
            </a:r>
          </a:p>
          <a:p>
            <a:pPr lvl="1"/>
            <a:r>
              <a:rPr lang="pt-BR" sz="1200" dirty="0"/>
              <a:t>SUM, COUNT, AVG</a:t>
            </a:r>
          </a:p>
        </p:txBody>
      </p:sp>
    </p:spTree>
    <p:extLst>
      <p:ext uri="{BB962C8B-B14F-4D97-AF65-F5344CB8AC3E}">
        <p14:creationId xmlns:p14="http://schemas.microsoft.com/office/powerpoint/2010/main" val="14863544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21296</TotalTime>
  <Words>713</Words>
  <Application>Microsoft Office PowerPoint</Application>
  <PresentationFormat>Widescreen</PresentationFormat>
  <Paragraphs>179</Paragraphs>
  <Slides>19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Roboto</vt:lpstr>
      <vt:lpstr>Tema do Office</vt:lpstr>
      <vt:lpstr>O que é?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Os tipos de data sources no Flink</vt:lpstr>
      <vt:lpstr>Operações em tabelas usando Table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Vinícius Santos</dc:creator>
  <cp:lastModifiedBy>Vinícius Santos</cp:lastModifiedBy>
  <cp:revision>1</cp:revision>
  <dcterms:created xsi:type="dcterms:W3CDTF">2024-01-24T15:28:20Z</dcterms:created>
  <dcterms:modified xsi:type="dcterms:W3CDTF">2024-04-27T15:37:27Z</dcterms:modified>
</cp:coreProperties>
</file>